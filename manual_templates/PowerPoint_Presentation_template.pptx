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6117" r:id="rId3"/>
    <p:sldId id="6118" r:id="rId4"/>
    <p:sldId id="6119" r:id="rId5"/>
    <p:sldId id="5974" r:id="rId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A6E073-DF2A-298B-C621-B98032D1A07D}" name="Ingo Simonis" initials="IS" userId="S::isimonis@ogc.org::970af7fb-d062-420d-b60c-360b29b933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5717"/>
    <a:srgbClr val="B6DBFF"/>
    <a:srgbClr val="01B1FF"/>
    <a:srgbClr val="965D27"/>
    <a:srgbClr val="D47B31"/>
    <a:srgbClr val="23C6FF"/>
    <a:srgbClr val="8ED1FD"/>
    <a:srgbClr val="D1F2F6"/>
    <a:srgbClr val="FF7B7F"/>
    <a:srgbClr val="207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06"/>
    <p:restoredTop sz="93333"/>
  </p:normalViewPr>
  <p:slideViewPr>
    <p:cSldViewPr snapToGrid="0" snapToObjects="1">
      <p:cViewPr varScale="1">
        <p:scale>
          <a:sx n="115" d="100"/>
          <a:sy n="115" d="100"/>
        </p:scale>
        <p:origin x="1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58954-E157-5744-AF91-BA3AF9B5CA8B}" type="datetimeFigureOut">
              <a:rPr lang="en-US" smtClean="0"/>
              <a:t>4/26/24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F053C-7432-1B4F-AC8C-9DC3E7E2B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3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F6DB-4FED-BB4F-9016-B841820F8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09" y="1103745"/>
            <a:ext cx="7758546" cy="2387600"/>
          </a:xfrm>
        </p:spPr>
        <p:txBody>
          <a:bodyPr anchor="b"/>
          <a:lstStyle>
            <a:lvl1pPr algn="l">
              <a:defRPr sz="6000" b="0" i="0">
                <a:solidFill>
                  <a:srgbClr val="02B1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3032B-1C21-8343-948D-7BB2E5BF7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909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2B1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10D6-916D-5948-B020-5A07E79C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B4E5-D31E-D341-812F-7F7B655491F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C1B64D6-2FAF-0145-A89A-B518623B90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509" y="204947"/>
            <a:ext cx="2412896" cy="1228999"/>
          </a:xfrm>
          <a:prstGeom prst="rect">
            <a:avLst/>
          </a:prstGeom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7E74E6FE-5D0B-3443-8EF1-F8E85730F4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7027" y="1195113"/>
            <a:ext cx="5214975" cy="56628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94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C0F2-72A7-F347-8D17-5E4FE762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75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2B1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06D2-AFEF-CB4D-88E1-A47659084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8E67C-0FE1-1946-9193-52A0103F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B4E5-D31E-D341-812F-7F7B655491F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28B13113-224D-764F-8DC0-5FF151AD0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2458" y="6180803"/>
            <a:ext cx="1329542" cy="67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0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E5B7-AD10-C24E-831A-A1B60A58E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75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2B1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A291A-DFBE-AB43-9D4D-8597E553C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B4E5-D31E-D341-812F-7F7B655491F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8BAAA38-F2F3-2A46-B343-987F771445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2458" y="6180803"/>
            <a:ext cx="1329542" cy="67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5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6CF8A-FB57-E547-BE5C-6A77B8C4E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B4E5-D31E-D341-812F-7F7B655491F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1F1F4490-4E7B-1246-B051-D1759B664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2458" y="6180803"/>
            <a:ext cx="1329542" cy="67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46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C13C5-6E06-6F4C-9263-4BB7BE236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9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64894-9CB2-FA48-A78E-A9FFB8195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CC40B-D6EF-294F-B0DB-494DF7C02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2B1FF"/>
                </a:solidFill>
              </a:defRPr>
            </a:lvl1pPr>
          </a:lstStyle>
          <a:p>
            <a:fld id="{5B93B4E5-D31E-D341-812F-7F7B655491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4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2B1FF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8284CE2-4CA7-C74D-86EF-B3E063FA6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09" y="1832794"/>
            <a:ext cx="7758546" cy="2387600"/>
          </a:xfrm>
        </p:spPr>
        <p:txBody>
          <a:bodyPr>
            <a:noAutofit/>
          </a:bodyPr>
          <a:lstStyle/>
          <a:p>
            <a:r>
              <a:rPr lang="en-US" sz="5400" dirty="0"/>
              <a:t>Title</a:t>
            </a:r>
            <a:endParaRPr lang="en-US" sz="5400" b="1" dirty="0"/>
          </a:p>
        </p:txBody>
      </p:sp>
      <p:sp>
        <p:nvSpPr>
          <p:cNvPr id="4" name="Subtitle 12">
            <a:extLst>
              <a:ext uri="{FF2B5EF4-FFF2-40B4-BE49-F238E27FC236}">
                <a16:creationId xmlns:a16="http://schemas.microsoft.com/office/drawing/2014/main" id="{E85C9774-0AAE-3C4C-B5EA-C5EC83BBAF44}"/>
              </a:ext>
            </a:extLst>
          </p:cNvPr>
          <p:cNvSpPr txBox="1">
            <a:spLocks/>
          </p:cNvSpPr>
          <p:nvPr/>
        </p:nvSpPr>
        <p:spPr>
          <a:xfrm>
            <a:off x="484909" y="5655422"/>
            <a:ext cx="9144000" cy="8278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2B1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Date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08960-4662-289C-FA8C-E563071682F3}"/>
              </a:ext>
            </a:extLst>
          </p:cNvPr>
          <p:cNvSpPr txBox="1"/>
          <p:nvPr/>
        </p:nvSpPr>
        <p:spPr>
          <a:xfrm>
            <a:off x="484909" y="4371278"/>
            <a:ext cx="6473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1B1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47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39D6-3E8B-F9F7-5F86-DE49A627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C5E02-9744-A033-24EE-851FD7F49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  <a:p>
            <a:r>
              <a:rPr lang="en-US" dirty="0"/>
              <a:t>Line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366A5-0BC1-71E4-43D8-F7903121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B4E5-D31E-D341-812F-7F7B65549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0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9DFDC6-CAA4-266A-4E51-00F4729C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F2CE5-E818-1726-16BF-810B9B6C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B4E5-D31E-D341-812F-7F7B65549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3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806A4B-7963-B58B-CAA6-63935B7F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B4E5-D31E-D341-812F-7F7B65549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8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338DF2CB-9A0F-9B86-74A5-A8F1C7A001AB}"/>
              </a:ext>
            </a:extLst>
          </p:cNvPr>
          <p:cNvSpPr/>
          <p:nvPr/>
        </p:nvSpPr>
        <p:spPr>
          <a:xfrm>
            <a:off x="1474984" y="3555313"/>
            <a:ext cx="3092689" cy="2010445"/>
          </a:xfrm>
          <a:custGeom>
            <a:avLst/>
            <a:gdLst>
              <a:gd name="connsiteX0" fmla="*/ 0 w 2597282"/>
              <a:gd name="connsiteY0" fmla="*/ 255313 h 3831336"/>
              <a:gd name="connsiteX1" fmla="*/ 255313 w 2597282"/>
              <a:gd name="connsiteY1" fmla="*/ 0 h 3831336"/>
              <a:gd name="connsiteX2" fmla="*/ 2341969 w 2597282"/>
              <a:gd name="connsiteY2" fmla="*/ 0 h 3831336"/>
              <a:gd name="connsiteX3" fmla="*/ 2597282 w 2597282"/>
              <a:gd name="connsiteY3" fmla="*/ 255313 h 3831336"/>
              <a:gd name="connsiteX4" fmla="*/ 2597282 w 2597282"/>
              <a:gd name="connsiteY4" fmla="*/ 3576023 h 3831336"/>
              <a:gd name="connsiteX5" fmla="*/ 2341969 w 2597282"/>
              <a:gd name="connsiteY5" fmla="*/ 3831336 h 3831336"/>
              <a:gd name="connsiteX6" fmla="*/ 255313 w 2597282"/>
              <a:gd name="connsiteY6" fmla="*/ 3831336 h 3831336"/>
              <a:gd name="connsiteX7" fmla="*/ 0 w 2597282"/>
              <a:gd name="connsiteY7" fmla="*/ 3576023 h 3831336"/>
              <a:gd name="connsiteX8" fmla="*/ 0 w 2597282"/>
              <a:gd name="connsiteY8" fmla="*/ 255313 h 3831336"/>
              <a:gd name="connsiteX0" fmla="*/ 255313 w 2597282"/>
              <a:gd name="connsiteY0" fmla="*/ 0 h 3831336"/>
              <a:gd name="connsiteX1" fmla="*/ 2341969 w 2597282"/>
              <a:gd name="connsiteY1" fmla="*/ 0 h 3831336"/>
              <a:gd name="connsiteX2" fmla="*/ 2597282 w 2597282"/>
              <a:gd name="connsiteY2" fmla="*/ 255313 h 3831336"/>
              <a:gd name="connsiteX3" fmla="*/ 2597282 w 2597282"/>
              <a:gd name="connsiteY3" fmla="*/ 3576023 h 3831336"/>
              <a:gd name="connsiteX4" fmla="*/ 2341969 w 2597282"/>
              <a:gd name="connsiteY4" fmla="*/ 3831336 h 3831336"/>
              <a:gd name="connsiteX5" fmla="*/ 255313 w 2597282"/>
              <a:gd name="connsiteY5" fmla="*/ 3831336 h 3831336"/>
              <a:gd name="connsiteX6" fmla="*/ 0 w 2597282"/>
              <a:gd name="connsiteY6" fmla="*/ 3576023 h 3831336"/>
              <a:gd name="connsiteX7" fmla="*/ 0 w 2597282"/>
              <a:gd name="connsiteY7" fmla="*/ 255313 h 3831336"/>
              <a:gd name="connsiteX8" fmla="*/ 346753 w 2597282"/>
              <a:gd name="connsiteY8" fmla="*/ 91440 h 3831336"/>
              <a:gd name="connsiteX0" fmla="*/ 255313 w 2597282"/>
              <a:gd name="connsiteY0" fmla="*/ 0 h 3831336"/>
              <a:gd name="connsiteX1" fmla="*/ 2341969 w 2597282"/>
              <a:gd name="connsiteY1" fmla="*/ 0 h 3831336"/>
              <a:gd name="connsiteX2" fmla="*/ 2597282 w 2597282"/>
              <a:gd name="connsiteY2" fmla="*/ 255313 h 3831336"/>
              <a:gd name="connsiteX3" fmla="*/ 2597282 w 2597282"/>
              <a:gd name="connsiteY3" fmla="*/ 3576023 h 3831336"/>
              <a:gd name="connsiteX4" fmla="*/ 2341969 w 2597282"/>
              <a:gd name="connsiteY4" fmla="*/ 3831336 h 3831336"/>
              <a:gd name="connsiteX5" fmla="*/ 255313 w 2597282"/>
              <a:gd name="connsiteY5" fmla="*/ 3831336 h 3831336"/>
              <a:gd name="connsiteX6" fmla="*/ 0 w 2597282"/>
              <a:gd name="connsiteY6" fmla="*/ 3576023 h 3831336"/>
              <a:gd name="connsiteX7" fmla="*/ 0 w 2597282"/>
              <a:gd name="connsiteY7" fmla="*/ 255313 h 3831336"/>
              <a:gd name="connsiteX0" fmla="*/ 2341969 w 2597282"/>
              <a:gd name="connsiteY0" fmla="*/ 0 h 3831336"/>
              <a:gd name="connsiteX1" fmla="*/ 2597282 w 2597282"/>
              <a:gd name="connsiteY1" fmla="*/ 255313 h 3831336"/>
              <a:gd name="connsiteX2" fmla="*/ 2597282 w 2597282"/>
              <a:gd name="connsiteY2" fmla="*/ 3576023 h 3831336"/>
              <a:gd name="connsiteX3" fmla="*/ 2341969 w 2597282"/>
              <a:gd name="connsiteY3" fmla="*/ 3831336 h 3831336"/>
              <a:gd name="connsiteX4" fmla="*/ 255313 w 2597282"/>
              <a:gd name="connsiteY4" fmla="*/ 3831336 h 3831336"/>
              <a:gd name="connsiteX5" fmla="*/ 0 w 2597282"/>
              <a:gd name="connsiteY5" fmla="*/ 3576023 h 3831336"/>
              <a:gd name="connsiteX6" fmla="*/ 0 w 2597282"/>
              <a:gd name="connsiteY6" fmla="*/ 255313 h 3831336"/>
              <a:gd name="connsiteX0" fmla="*/ 2597282 w 2597282"/>
              <a:gd name="connsiteY0" fmla="*/ 0 h 3576023"/>
              <a:gd name="connsiteX1" fmla="*/ 2597282 w 2597282"/>
              <a:gd name="connsiteY1" fmla="*/ 3320710 h 3576023"/>
              <a:gd name="connsiteX2" fmla="*/ 2341969 w 2597282"/>
              <a:gd name="connsiteY2" fmla="*/ 3576023 h 3576023"/>
              <a:gd name="connsiteX3" fmla="*/ 255313 w 2597282"/>
              <a:gd name="connsiteY3" fmla="*/ 3576023 h 3576023"/>
              <a:gd name="connsiteX4" fmla="*/ 0 w 2597282"/>
              <a:gd name="connsiteY4" fmla="*/ 3320710 h 3576023"/>
              <a:gd name="connsiteX5" fmla="*/ 0 w 2597282"/>
              <a:gd name="connsiteY5" fmla="*/ 0 h 3576023"/>
              <a:gd name="connsiteX0" fmla="*/ 2597282 w 2597282"/>
              <a:gd name="connsiteY0" fmla="*/ 0 h 3576023"/>
              <a:gd name="connsiteX1" fmla="*/ 2594464 w 2597282"/>
              <a:gd name="connsiteY1" fmla="*/ 2044998 h 3576023"/>
              <a:gd name="connsiteX2" fmla="*/ 2597282 w 2597282"/>
              <a:gd name="connsiteY2" fmla="*/ 3320710 h 3576023"/>
              <a:gd name="connsiteX3" fmla="*/ 2341969 w 2597282"/>
              <a:gd name="connsiteY3" fmla="*/ 3576023 h 3576023"/>
              <a:gd name="connsiteX4" fmla="*/ 255313 w 2597282"/>
              <a:gd name="connsiteY4" fmla="*/ 3576023 h 3576023"/>
              <a:gd name="connsiteX5" fmla="*/ 0 w 2597282"/>
              <a:gd name="connsiteY5" fmla="*/ 3320710 h 3576023"/>
              <a:gd name="connsiteX6" fmla="*/ 0 w 2597282"/>
              <a:gd name="connsiteY6" fmla="*/ 0 h 3576023"/>
              <a:gd name="connsiteX0" fmla="*/ 2594464 w 2597282"/>
              <a:gd name="connsiteY0" fmla="*/ 2044998 h 3576023"/>
              <a:gd name="connsiteX1" fmla="*/ 2597282 w 2597282"/>
              <a:gd name="connsiteY1" fmla="*/ 3320710 h 3576023"/>
              <a:gd name="connsiteX2" fmla="*/ 2341969 w 2597282"/>
              <a:gd name="connsiteY2" fmla="*/ 3576023 h 3576023"/>
              <a:gd name="connsiteX3" fmla="*/ 255313 w 2597282"/>
              <a:gd name="connsiteY3" fmla="*/ 3576023 h 3576023"/>
              <a:gd name="connsiteX4" fmla="*/ 0 w 2597282"/>
              <a:gd name="connsiteY4" fmla="*/ 3320710 h 3576023"/>
              <a:gd name="connsiteX5" fmla="*/ 0 w 2597282"/>
              <a:gd name="connsiteY5" fmla="*/ 0 h 3576023"/>
              <a:gd name="connsiteX0" fmla="*/ 2608301 w 2611119"/>
              <a:gd name="connsiteY0" fmla="*/ 2044998 h 3576023"/>
              <a:gd name="connsiteX1" fmla="*/ 2611119 w 2611119"/>
              <a:gd name="connsiteY1" fmla="*/ 3320710 h 3576023"/>
              <a:gd name="connsiteX2" fmla="*/ 2355806 w 2611119"/>
              <a:gd name="connsiteY2" fmla="*/ 3576023 h 3576023"/>
              <a:gd name="connsiteX3" fmla="*/ 269150 w 2611119"/>
              <a:gd name="connsiteY3" fmla="*/ 3576023 h 3576023"/>
              <a:gd name="connsiteX4" fmla="*/ 13837 w 2611119"/>
              <a:gd name="connsiteY4" fmla="*/ 3320710 h 3576023"/>
              <a:gd name="connsiteX5" fmla="*/ 0 w 2611119"/>
              <a:gd name="connsiteY5" fmla="*/ 2024351 h 3576023"/>
              <a:gd name="connsiteX6" fmla="*/ 13837 w 2611119"/>
              <a:gd name="connsiteY6" fmla="*/ 0 h 3576023"/>
              <a:gd name="connsiteX0" fmla="*/ 2608301 w 2611119"/>
              <a:gd name="connsiteY0" fmla="*/ 20647 h 1551672"/>
              <a:gd name="connsiteX1" fmla="*/ 2611119 w 2611119"/>
              <a:gd name="connsiteY1" fmla="*/ 1296359 h 1551672"/>
              <a:gd name="connsiteX2" fmla="*/ 2355806 w 2611119"/>
              <a:gd name="connsiteY2" fmla="*/ 1551672 h 1551672"/>
              <a:gd name="connsiteX3" fmla="*/ 269150 w 2611119"/>
              <a:gd name="connsiteY3" fmla="*/ 1551672 h 1551672"/>
              <a:gd name="connsiteX4" fmla="*/ 13837 w 2611119"/>
              <a:gd name="connsiteY4" fmla="*/ 1296359 h 1551672"/>
              <a:gd name="connsiteX5" fmla="*/ 0 w 2611119"/>
              <a:gd name="connsiteY5" fmla="*/ 0 h 155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1119" h="1551672">
                <a:moveTo>
                  <a:pt x="2608301" y="20647"/>
                </a:moveTo>
                <a:cubicBezTo>
                  <a:pt x="2609240" y="445884"/>
                  <a:pt x="2610180" y="871122"/>
                  <a:pt x="2611119" y="1296359"/>
                </a:cubicBezTo>
                <a:cubicBezTo>
                  <a:pt x="2611119" y="1437364"/>
                  <a:pt x="2496811" y="1551672"/>
                  <a:pt x="2355806" y="1551672"/>
                </a:cubicBezTo>
                <a:lnTo>
                  <a:pt x="269150" y="1551672"/>
                </a:lnTo>
                <a:cubicBezTo>
                  <a:pt x="128145" y="1551672"/>
                  <a:pt x="13837" y="1437364"/>
                  <a:pt x="13837" y="1296359"/>
                </a:cubicBezTo>
                <a:lnTo>
                  <a:pt x="0" y="0"/>
                </a:lnTo>
              </a:path>
            </a:pathLst>
          </a:custGeom>
          <a:noFill/>
          <a:ln w="6350">
            <a:solidFill>
              <a:schemeClr val="tx2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8">
            <a:extLst>
              <a:ext uri="{FF2B5EF4-FFF2-40B4-BE49-F238E27FC236}">
                <a16:creationId xmlns:a16="http://schemas.microsoft.com/office/drawing/2014/main" id="{884CE266-EB6B-0CC2-CFC5-50708009DFFB}"/>
              </a:ext>
            </a:extLst>
          </p:cNvPr>
          <p:cNvSpPr/>
          <p:nvPr/>
        </p:nvSpPr>
        <p:spPr>
          <a:xfrm>
            <a:off x="4566173" y="1043593"/>
            <a:ext cx="3092400" cy="2717188"/>
          </a:xfrm>
          <a:custGeom>
            <a:avLst/>
            <a:gdLst>
              <a:gd name="connsiteX0" fmla="*/ 0 w 2597282"/>
              <a:gd name="connsiteY0" fmla="*/ 255313 h 3831336"/>
              <a:gd name="connsiteX1" fmla="*/ 255313 w 2597282"/>
              <a:gd name="connsiteY1" fmla="*/ 0 h 3831336"/>
              <a:gd name="connsiteX2" fmla="*/ 2341969 w 2597282"/>
              <a:gd name="connsiteY2" fmla="*/ 0 h 3831336"/>
              <a:gd name="connsiteX3" fmla="*/ 2597282 w 2597282"/>
              <a:gd name="connsiteY3" fmla="*/ 255313 h 3831336"/>
              <a:gd name="connsiteX4" fmla="*/ 2597282 w 2597282"/>
              <a:gd name="connsiteY4" fmla="*/ 3576023 h 3831336"/>
              <a:gd name="connsiteX5" fmla="*/ 2341969 w 2597282"/>
              <a:gd name="connsiteY5" fmla="*/ 3831336 h 3831336"/>
              <a:gd name="connsiteX6" fmla="*/ 255313 w 2597282"/>
              <a:gd name="connsiteY6" fmla="*/ 3831336 h 3831336"/>
              <a:gd name="connsiteX7" fmla="*/ 0 w 2597282"/>
              <a:gd name="connsiteY7" fmla="*/ 3576023 h 3831336"/>
              <a:gd name="connsiteX8" fmla="*/ 0 w 2597282"/>
              <a:gd name="connsiteY8" fmla="*/ 255313 h 3831336"/>
              <a:gd name="connsiteX0" fmla="*/ 255313 w 2597282"/>
              <a:gd name="connsiteY0" fmla="*/ 3831336 h 3922776"/>
              <a:gd name="connsiteX1" fmla="*/ 0 w 2597282"/>
              <a:gd name="connsiteY1" fmla="*/ 3576023 h 3922776"/>
              <a:gd name="connsiteX2" fmla="*/ 0 w 2597282"/>
              <a:gd name="connsiteY2" fmla="*/ 255313 h 3922776"/>
              <a:gd name="connsiteX3" fmla="*/ 255313 w 2597282"/>
              <a:gd name="connsiteY3" fmla="*/ 0 h 3922776"/>
              <a:gd name="connsiteX4" fmla="*/ 2341969 w 2597282"/>
              <a:gd name="connsiteY4" fmla="*/ 0 h 3922776"/>
              <a:gd name="connsiteX5" fmla="*/ 2597282 w 2597282"/>
              <a:gd name="connsiteY5" fmla="*/ 255313 h 3922776"/>
              <a:gd name="connsiteX6" fmla="*/ 2597282 w 2597282"/>
              <a:gd name="connsiteY6" fmla="*/ 3576023 h 3922776"/>
              <a:gd name="connsiteX7" fmla="*/ 2341969 w 2597282"/>
              <a:gd name="connsiteY7" fmla="*/ 3831336 h 3922776"/>
              <a:gd name="connsiteX8" fmla="*/ 346753 w 2597282"/>
              <a:gd name="connsiteY8" fmla="*/ 3922776 h 3922776"/>
              <a:gd name="connsiteX0" fmla="*/ 255313 w 2597282"/>
              <a:gd name="connsiteY0" fmla="*/ 3831336 h 3831336"/>
              <a:gd name="connsiteX1" fmla="*/ 0 w 2597282"/>
              <a:gd name="connsiteY1" fmla="*/ 3576023 h 3831336"/>
              <a:gd name="connsiteX2" fmla="*/ 0 w 2597282"/>
              <a:gd name="connsiteY2" fmla="*/ 255313 h 3831336"/>
              <a:gd name="connsiteX3" fmla="*/ 255313 w 2597282"/>
              <a:gd name="connsiteY3" fmla="*/ 0 h 3831336"/>
              <a:gd name="connsiteX4" fmla="*/ 2341969 w 2597282"/>
              <a:gd name="connsiteY4" fmla="*/ 0 h 3831336"/>
              <a:gd name="connsiteX5" fmla="*/ 2597282 w 2597282"/>
              <a:gd name="connsiteY5" fmla="*/ 255313 h 3831336"/>
              <a:gd name="connsiteX6" fmla="*/ 2597282 w 2597282"/>
              <a:gd name="connsiteY6" fmla="*/ 3576023 h 3831336"/>
              <a:gd name="connsiteX7" fmla="*/ 2341969 w 2597282"/>
              <a:gd name="connsiteY7" fmla="*/ 3831336 h 3831336"/>
              <a:gd name="connsiteX0" fmla="*/ 0 w 2597282"/>
              <a:gd name="connsiteY0" fmla="*/ 3576023 h 3831336"/>
              <a:gd name="connsiteX1" fmla="*/ 0 w 2597282"/>
              <a:gd name="connsiteY1" fmla="*/ 255313 h 3831336"/>
              <a:gd name="connsiteX2" fmla="*/ 255313 w 2597282"/>
              <a:gd name="connsiteY2" fmla="*/ 0 h 3831336"/>
              <a:gd name="connsiteX3" fmla="*/ 2341969 w 2597282"/>
              <a:gd name="connsiteY3" fmla="*/ 0 h 3831336"/>
              <a:gd name="connsiteX4" fmla="*/ 2597282 w 2597282"/>
              <a:gd name="connsiteY4" fmla="*/ 255313 h 3831336"/>
              <a:gd name="connsiteX5" fmla="*/ 2597282 w 2597282"/>
              <a:gd name="connsiteY5" fmla="*/ 3576023 h 3831336"/>
              <a:gd name="connsiteX6" fmla="*/ 2341969 w 2597282"/>
              <a:gd name="connsiteY6" fmla="*/ 3831336 h 3831336"/>
              <a:gd name="connsiteX0" fmla="*/ 0 w 2597282"/>
              <a:gd name="connsiteY0" fmla="*/ 3576023 h 3576023"/>
              <a:gd name="connsiteX1" fmla="*/ 0 w 2597282"/>
              <a:gd name="connsiteY1" fmla="*/ 255313 h 3576023"/>
              <a:gd name="connsiteX2" fmla="*/ 255313 w 2597282"/>
              <a:gd name="connsiteY2" fmla="*/ 0 h 3576023"/>
              <a:gd name="connsiteX3" fmla="*/ 2341969 w 2597282"/>
              <a:gd name="connsiteY3" fmla="*/ 0 h 3576023"/>
              <a:gd name="connsiteX4" fmla="*/ 2597282 w 2597282"/>
              <a:gd name="connsiteY4" fmla="*/ 255313 h 3576023"/>
              <a:gd name="connsiteX5" fmla="*/ 2597282 w 2597282"/>
              <a:gd name="connsiteY5" fmla="*/ 3576023 h 3576023"/>
              <a:gd name="connsiteX0" fmla="*/ 1422 w 2598704"/>
              <a:gd name="connsiteY0" fmla="*/ 3576023 h 3576023"/>
              <a:gd name="connsiteX1" fmla="*/ 0 w 2598704"/>
              <a:gd name="connsiteY1" fmla="*/ 2608183 h 3576023"/>
              <a:gd name="connsiteX2" fmla="*/ 1422 w 2598704"/>
              <a:gd name="connsiteY2" fmla="*/ 255313 h 3576023"/>
              <a:gd name="connsiteX3" fmla="*/ 256735 w 2598704"/>
              <a:gd name="connsiteY3" fmla="*/ 0 h 3576023"/>
              <a:gd name="connsiteX4" fmla="*/ 2343391 w 2598704"/>
              <a:gd name="connsiteY4" fmla="*/ 0 h 3576023"/>
              <a:gd name="connsiteX5" fmla="*/ 2598704 w 2598704"/>
              <a:gd name="connsiteY5" fmla="*/ 255313 h 3576023"/>
              <a:gd name="connsiteX6" fmla="*/ 2598704 w 2598704"/>
              <a:gd name="connsiteY6" fmla="*/ 3576023 h 3576023"/>
              <a:gd name="connsiteX0" fmla="*/ 0 w 2598704"/>
              <a:gd name="connsiteY0" fmla="*/ 2608183 h 3576023"/>
              <a:gd name="connsiteX1" fmla="*/ 1422 w 2598704"/>
              <a:gd name="connsiteY1" fmla="*/ 255313 h 3576023"/>
              <a:gd name="connsiteX2" fmla="*/ 256735 w 2598704"/>
              <a:gd name="connsiteY2" fmla="*/ 0 h 3576023"/>
              <a:gd name="connsiteX3" fmla="*/ 2343391 w 2598704"/>
              <a:gd name="connsiteY3" fmla="*/ 0 h 3576023"/>
              <a:gd name="connsiteX4" fmla="*/ 2598704 w 2598704"/>
              <a:gd name="connsiteY4" fmla="*/ 255313 h 3576023"/>
              <a:gd name="connsiteX5" fmla="*/ 2598704 w 2598704"/>
              <a:gd name="connsiteY5" fmla="*/ 3576023 h 3576023"/>
              <a:gd name="connsiteX0" fmla="*/ 0 w 2598704"/>
              <a:gd name="connsiteY0" fmla="*/ 2608183 h 3576023"/>
              <a:gd name="connsiteX1" fmla="*/ 1422 w 2598704"/>
              <a:gd name="connsiteY1" fmla="*/ 255313 h 3576023"/>
              <a:gd name="connsiteX2" fmla="*/ 256735 w 2598704"/>
              <a:gd name="connsiteY2" fmla="*/ 0 h 3576023"/>
              <a:gd name="connsiteX3" fmla="*/ 2343391 w 2598704"/>
              <a:gd name="connsiteY3" fmla="*/ 0 h 3576023"/>
              <a:gd name="connsiteX4" fmla="*/ 2598704 w 2598704"/>
              <a:gd name="connsiteY4" fmla="*/ 255313 h 3576023"/>
              <a:gd name="connsiteX5" fmla="*/ 2590871 w 2598704"/>
              <a:gd name="connsiteY5" fmla="*/ 2660129 h 3576023"/>
              <a:gd name="connsiteX6" fmla="*/ 2598704 w 2598704"/>
              <a:gd name="connsiteY6" fmla="*/ 3576023 h 3576023"/>
              <a:gd name="connsiteX0" fmla="*/ 0 w 2598704"/>
              <a:gd name="connsiteY0" fmla="*/ 2608183 h 2660129"/>
              <a:gd name="connsiteX1" fmla="*/ 1422 w 2598704"/>
              <a:gd name="connsiteY1" fmla="*/ 255313 h 2660129"/>
              <a:gd name="connsiteX2" fmla="*/ 256735 w 2598704"/>
              <a:gd name="connsiteY2" fmla="*/ 0 h 2660129"/>
              <a:gd name="connsiteX3" fmla="*/ 2343391 w 2598704"/>
              <a:gd name="connsiteY3" fmla="*/ 0 h 2660129"/>
              <a:gd name="connsiteX4" fmla="*/ 2598704 w 2598704"/>
              <a:gd name="connsiteY4" fmla="*/ 255313 h 2660129"/>
              <a:gd name="connsiteX5" fmla="*/ 2590871 w 2598704"/>
              <a:gd name="connsiteY5" fmla="*/ 2660129 h 2660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8704" h="2660129">
                <a:moveTo>
                  <a:pt x="0" y="2608183"/>
                </a:moveTo>
                <a:lnTo>
                  <a:pt x="1422" y="255313"/>
                </a:lnTo>
                <a:cubicBezTo>
                  <a:pt x="1422" y="114308"/>
                  <a:pt x="115730" y="0"/>
                  <a:pt x="256735" y="0"/>
                </a:cubicBezTo>
                <a:lnTo>
                  <a:pt x="2343391" y="0"/>
                </a:lnTo>
                <a:cubicBezTo>
                  <a:pt x="2484396" y="0"/>
                  <a:pt x="2598704" y="114308"/>
                  <a:pt x="2598704" y="255313"/>
                </a:cubicBezTo>
                <a:lnTo>
                  <a:pt x="2590871" y="2660129"/>
                </a:lnTo>
              </a:path>
            </a:pathLst>
          </a:custGeom>
          <a:noFill/>
          <a:ln w="6350">
            <a:solidFill>
              <a:schemeClr val="tx2">
                <a:lumMod val="75000"/>
                <a:lumOff val="2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: Rounded Corners 139">
            <a:extLst>
              <a:ext uri="{FF2B5EF4-FFF2-40B4-BE49-F238E27FC236}">
                <a16:creationId xmlns:a16="http://schemas.microsoft.com/office/drawing/2014/main" id="{56A04D54-0368-5E38-4AF0-44CBF1E708A3}"/>
              </a:ext>
            </a:extLst>
          </p:cNvPr>
          <p:cNvSpPr/>
          <p:nvPr/>
        </p:nvSpPr>
        <p:spPr>
          <a:xfrm>
            <a:off x="1736828" y="1415444"/>
            <a:ext cx="2596154" cy="3763108"/>
          </a:xfrm>
          <a:prstGeom prst="roundRect">
            <a:avLst>
              <a:gd name="adj" fmla="val 7669"/>
            </a:avLst>
          </a:prstGeom>
          <a:solidFill>
            <a:schemeClr val="bg2"/>
          </a:solidFill>
          <a:ln>
            <a:noFill/>
          </a:ln>
          <a:effectLst>
            <a:outerShdw blurRad="635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C6DDEC-7FEB-7895-C11A-9CF04197A317}"/>
              </a:ext>
            </a:extLst>
          </p:cNvPr>
          <p:cNvSpPr txBox="1"/>
          <p:nvPr/>
        </p:nvSpPr>
        <p:spPr>
          <a:xfrm>
            <a:off x="1857118" y="2823199"/>
            <a:ext cx="2436715" cy="21236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120+ Innovation Initiatives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380+ Technical reports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OGC hosted services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OGC-Rainbow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OGC Advice and Capabilities building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E7C2CEC-A5C9-7A41-6C90-AFCBBAB115D1}"/>
              </a:ext>
            </a:extLst>
          </p:cNvPr>
          <p:cNvGrpSpPr/>
          <p:nvPr/>
        </p:nvGrpSpPr>
        <p:grpSpPr>
          <a:xfrm>
            <a:off x="1588110" y="2158547"/>
            <a:ext cx="159961" cy="668460"/>
            <a:chOff x="4237724" y="3166714"/>
            <a:chExt cx="159961" cy="668460"/>
          </a:xfrm>
        </p:grpSpPr>
        <p:sp>
          <p:nvSpPr>
            <p:cNvPr id="48" name="Right Triangle 47">
              <a:extLst>
                <a:ext uri="{FF2B5EF4-FFF2-40B4-BE49-F238E27FC236}">
                  <a16:creationId xmlns:a16="http://schemas.microsoft.com/office/drawing/2014/main" id="{3C703334-97B8-6798-1349-EB8EDCA360FE}"/>
                </a:ext>
              </a:extLst>
            </p:cNvPr>
            <p:cNvSpPr/>
            <p:nvPr/>
          </p:nvSpPr>
          <p:spPr>
            <a:xfrm rot="10800000">
              <a:off x="4237724" y="3721699"/>
              <a:ext cx="159727" cy="113475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ight Triangle 48">
              <a:extLst>
                <a:ext uri="{FF2B5EF4-FFF2-40B4-BE49-F238E27FC236}">
                  <a16:creationId xmlns:a16="http://schemas.microsoft.com/office/drawing/2014/main" id="{BE1B1FFE-223B-9A21-019D-D0F2C2540B0B}"/>
                </a:ext>
              </a:extLst>
            </p:cNvPr>
            <p:cNvSpPr/>
            <p:nvPr/>
          </p:nvSpPr>
          <p:spPr>
            <a:xfrm rot="10800000" flipV="1">
              <a:off x="4237958" y="3166714"/>
              <a:ext cx="159727" cy="113475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6" name="Arrow: Pentagon 141">
            <a:extLst>
              <a:ext uri="{FF2B5EF4-FFF2-40B4-BE49-F238E27FC236}">
                <a16:creationId xmlns:a16="http://schemas.microsoft.com/office/drawing/2014/main" id="{2036C215-E6B7-8B57-5439-DC63079EEF22}"/>
              </a:ext>
            </a:extLst>
          </p:cNvPr>
          <p:cNvSpPr/>
          <p:nvPr/>
        </p:nvSpPr>
        <p:spPr>
          <a:xfrm>
            <a:off x="1588110" y="2264618"/>
            <a:ext cx="2914281" cy="444031"/>
          </a:xfrm>
          <a:prstGeom prst="homePlate">
            <a:avLst>
              <a:gd name="adj" fmla="val 35099"/>
            </a:avLst>
          </a:prstGeom>
          <a:solidFill>
            <a:srgbClr val="02B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66D90A-1A24-1F8A-ED5D-36CF7EA7D8EE}"/>
              </a:ext>
            </a:extLst>
          </p:cNvPr>
          <p:cNvSpPr/>
          <p:nvPr/>
        </p:nvSpPr>
        <p:spPr>
          <a:xfrm flipH="1">
            <a:off x="1857118" y="2286036"/>
            <a:ext cx="2326076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457200">
              <a:defRPr/>
            </a:pPr>
            <a:r>
              <a:rPr 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Innovation</a:t>
            </a:r>
            <a:endParaRPr lang="en-IN" sz="1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: Rounded Corners 123">
            <a:extLst>
              <a:ext uri="{FF2B5EF4-FFF2-40B4-BE49-F238E27FC236}">
                <a16:creationId xmlns:a16="http://schemas.microsoft.com/office/drawing/2014/main" id="{32A14C82-E683-E696-E141-1B3D975C1526}"/>
              </a:ext>
            </a:extLst>
          </p:cNvPr>
          <p:cNvSpPr/>
          <p:nvPr/>
        </p:nvSpPr>
        <p:spPr>
          <a:xfrm>
            <a:off x="4815990" y="1416553"/>
            <a:ext cx="2595600" cy="3761999"/>
          </a:xfrm>
          <a:prstGeom prst="roundRect">
            <a:avLst>
              <a:gd name="adj" fmla="val 7669"/>
            </a:avLst>
          </a:prstGeom>
          <a:solidFill>
            <a:schemeClr val="bg2"/>
          </a:solidFill>
          <a:ln>
            <a:noFill/>
          </a:ln>
          <a:effectLst>
            <a:outerShdw blurRad="635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A74AB0-882A-E304-EBDB-89A6E17E0582}"/>
              </a:ext>
            </a:extLst>
          </p:cNvPr>
          <p:cNvSpPr txBox="1"/>
          <p:nvPr/>
        </p:nvSpPr>
        <p:spPr>
          <a:xfrm>
            <a:off x="4894816" y="2823199"/>
            <a:ext cx="2434861" cy="2369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550+ Members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60+ Alliance partners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50+ Standards Working Groups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45+ Domain Working Groups</a:t>
            </a:r>
          </a:p>
          <a:p>
            <a:pPr marL="171450" indent="-171450" algn="l" defTabSz="22860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lang="en-GB" sz="1600" dirty="0"/>
              <a:t>25+ Years of Not-for-Profit Work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925D43-162C-6EE8-0531-212A959F5FC2}"/>
              </a:ext>
            </a:extLst>
          </p:cNvPr>
          <p:cNvGrpSpPr/>
          <p:nvPr/>
        </p:nvGrpSpPr>
        <p:grpSpPr>
          <a:xfrm>
            <a:off x="4689345" y="2150997"/>
            <a:ext cx="159961" cy="668460"/>
            <a:chOff x="4237724" y="3166714"/>
            <a:chExt cx="159961" cy="668460"/>
          </a:xfrm>
          <a:solidFill>
            <a:schemeClr val="accent2">
              <a:lumMod val="75000"/>
            </a:schemeClr>
          </a:solidFill>
        </p:grpSpPr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6DF914C9-3F1D-607B-A24A-7384B1610FD7}"/>
                </a:ext>
              </a:extLst>
            </p:cNvPr>
            <p:cNvSpPr/>
            <p:nvPr/>
          </p:nvSpPr>
          <p:spPr>
            <a:xfrm rot="10800000">
              <a:off x="4237724" y="3721699"/>
              <a:ext cx="159727" cy="113475"/>
            </a:xfrm>
            <a:prstGeom prst="rt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ight Triangle 23">
              <a:extLst>
                <a:ext uri="{FF2B5EF4-FFF2-40B4-BE49-F238E27FC236}">
                  <a16:creationId xmlns:a16="http://schemas.microsoft.com/office/drawing/2014/main" id="{FC1609E2-329A-E8D7-6A86-2E356F438ED5}"/>
                </a:ext>
              </a:extLst>
            </p:cNvPr>
            <p:cNvSpPr/>
            <p:nvPr/>
          </p:nvSpPr>
          <p:spPr>
            <a:xfrm rot="10800000" flipV="1">
              <a:off x="4237958" y="3166714"/>
              <a:ext cx="159727" cy="113475"/>
            </a:xfrm>
            <a:prstGeom prst="rt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Arrow: Pentagon 125">
            <a:extLst>
              <a:ext uri="{FF2B5EF4-FFF2-40B4-BE49-F238E27FC236}">
                <a16:creationId xmlns:a16="http://schemas.microsoft.com/office/drawing/2014/main" id="{13109689-A987-97E0-7A2F-1BE87BA6D2A1}"/>
              </a:ext>
            </a:extLst>
          </p:cNvPr>
          <p:cNvSpPr/>
          <p:nvPr/>
        </p:nvSpPr>
        <p:spPr>
          <a:xfrm>
            <a:off x="4701057" y="2264618"/>
            <a:ext cx="2916000" cy="444031"/>
          </a:xfrm>
          <a:prstGeom prst="homePlate">
            <a:avLst>
              <a:gd name="adj" fmla="val 3509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37B7E7-54EF-83C1-28C7-CE9E6AD10A8A}"/>
              </a:ext>
            </a:extLst>
          </p:cNvPr>
          <p:cNvSpPr/>
          <p:nvPr/>
        </p:nvSpPr>
        <p:spPr>
          <a:xfrm flipH="1">
            <a:off x="5003643" y="2286036"/>
            <a:ext cx="2326034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Community</a:t>
            </a:r>
            <a:endParaRPr lang="en-IN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BDBA59-D399-A192-D75D-2E23C6117C6F}"/>
              </a:ext>
            </a:extLst>
          </p:cNvPr>
          <p:cNvSpPr txBox="1"/>
          <p:nvPr/>
        </p:nvSpPr>
        <p:spPr>
          <a:xfrm>
            <a:off x="4412686" y="6143172"/>
            <a:ext cx="3366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2B1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isimonis@ogc.org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6A8645-D4C1-E272-9F75-91CB5DAAB967}"/>
              </a:ext>
            </a:extLst>
          </p:cNvPr>
          <p:cNvGrpSpPr/>
          <p:nvPr/>
        </p:nvGrpSpPr>
        <p:grpSpPr>
          <a:xfrm>
            <a:off x="5807939" y="1550234"/>
            <a:ext cx="608655" cy="608658"/>
            <a:chOff x="5568766" y="2190570"/>
            <a:chExt cx="608655" cy="60865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62E3721-E98A-C63D-CDEC-E926185A9FFB}"/>
                </a:ext>
              </a:extLst>
            </p:cNvPr>
            <p:cNvGrpSpPr/>
            <p:nvPr/>
          </p:nvGrpSpPr>
          <p:grpSpPr>
            <a:xfrm>
              <a:off x="5568766" y="2190570"/>
              <a:ext cx="608655" cy="608658"/>
              <a:chOff x="4950373" y="1746492"/>
              <a:chExt cx="929088" cy="92909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EF353E-402A-E12E-6E62-49226438775E}"/>
                  </a:ext>
                </a:extLst>
              </p:cNvPr>
              <p:cNvSpPr/>
              <p:nvPr/>
            </p:nvSpPr>
            <p:spPr>
              <a:xfrm>
                <a:off x="4950373" y="1746492"/>
                <a:ext cx="929088" cy="929091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algn="ctr" rotWithShape="0">
                  <a:prstClr val="black">
                    <a:alpha val="5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DE15D4B-7175-3C20-DEA9-532E4895706C}"/>
                  </a:ext>
                </a:extLst>
              </p:cNvPr>
              <p:cNvSpPr/>
              <p:nvPr/>
            </p:nvSpPr>
            <p:spPr>
              <a:xfrm>
                <a:off x="5032620" y="1828744"/>
                <a:ext cx="764592" cy="764588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Google Shape;1144;p94">
              <a:extLst>
                <a:ext uri="{FF2B5EF4-FFF2-40B4-BE49-F238E27FC236}">
                  <a16:creationId xmlns:a16="http://schemas.microsoft.com/office/drawing/2014/main" id="{481D884E-E80C-E7ED-3C26-C164F76C3EC6}"/>
                </a:ext>
              </a:extLst>
            </p:cNvPr>
            <p:cNvSpPr/>
            <p:nvPr/>
          </p:nvSpPr>
          <p:spPr>
            <a:xfrm>
              <a:off x="5702383" y="2335736"/>
              <a:ext cx="347260" cy="333779"/>
            </a:xfrm>
            <a:custGeom>
              <a:avLst/>
              <a:gdLst/>
              <a:ahLst/>
              <a:cxnLst/>
              <a:rect l="l" t="t" r="r" b="b"/>
              <a:pathLst>
                <a:path w="2383388" h="2290850" extrusionOk="0">
                  <a:moveTo>
                    <a:pt x="1720823" y="1655761"/>
                  </a:moveTo>
                  <a:lnTo>
                    <a:pt x="1726834" y="1655761"/>
                  </a:lnTo>
                  <a:lnTo>
                    <a:pt x="1768817" y="1655761"/>
                  </a:lnTo>
                  <a:lnTo>
                    <a:pt x="2253338" y="1655761"/>
                  </a:lnTo>
                  <a:cubicBezTo>
                    <a:pt x="2054301" y="1971778"/>
                    <a:pt x="1715957" y="2204305"/>
                    <a:pt x="1315020" y="2282069"/>
                  </a:cubicBezTo>
                  <a:cubicBezTo>
                    <a:pt x="1426752" y="2219953"/>
                    <a:pt x="1528083" y="2102402"/>
                    <a:pt x="1612336" y="1935424"/>
                  </a:cubicBezTo>
                  <a:cubicBezTo>
                    <a:pt x="1652601" y="1855562"/>
                    <a:pt x="1688192" y="1764821"/>
                    <a:pt x="1717865" y="1665589"/>
                  </a:cubicBezTo>
                  <a:close/>
                  <a:moveTo>
                    <a:pt x="1210252" y="1655761"/>
                  </a:moveTo>
                  <a:lnTo>
                    <a:pt x="1672351" y="1655761"/>
                  </a:lnTo>
                  <a:lnTo>
                    <a:pt x="1684946" y="1655761"/>
                  </a:lnTo>
                  <a:cubicBezTo>
                    <a:pt x="1655844" y="1752894"/>
                    <a:pt x="1621304" y="1841631"/>
                    <a:pt x="1581707" y="1919967"/>
                  </a:cubicBezTo>
                  <a:cubicBezTo>
                    <a:pt x="1490870" y="2099921"/>
                    <a:pt x="1379235" y="2219953"/>
                    <a:pt x="1259869" y="2270810"/>
                  </a:cubicBezTo>
                  <a:cubicBezTo>
                    <a:pt x="1243456" y="2277775"/>
                    <a:pt x="1226949" y="2283500"/>
                    <a:pt x="1210252" y="2287889"/>
                  </a:cubicBezTo>
                  <a:close/>
                  <a:moveTo>
                    <a:pt x="1177144" y="1655667"/>
                  </a:moveTo>
                  <a:lnTo>
                    <a:pt x="1182774" y="1655667"/>
                  </a:lnTo>
                  <a:lnTo>
                    <a:pt x="1182774" y="2290850"/>
                  </a:lnTo>
                  <a:cubicBezTo>
                    <a:pt x="1178576" y="2289896"/>
                    <a:pt x="1174282" y="2288942"/>
                    <a:pt x="1170085" y="2287796"/>
                  </a:cubicBezTo>
                  <a:cubicBezTo>
                    <a:pt x="1161209" y="2285507"/>
                    <a:pt x="1152337" y="2282740"/>
                    <a:pt x="1143463" y="2279686"/>
                  </a:cubicBezTo>
                  <a:lnTo>
                    <a:pt x="1106919" y="2256118"/>
                  </a:lnTo>
                  <a:cubicBezTo>
                    <a:pt x="1001007" y="2187801"/>
                    <a:pt x="907499" y="2080554"/>
                    <a:pt x="828972" y="1937430"/>
                  </a:cubicBezTo>
                  <a:cubicBezTo>
                    <a:pt x="782600" y="1852796"/>
                    <a:pt x="743002" y="1758049"/>
                    <a:pt x="711038" y="1655763"/>
                  </a:cubicBezTo>
                  <a:lnTo>
                    <a:pt x="1170085" y="1655763"/>
                  </a:lnTo>
                  <a:lnTo>
                    <a:pt x="1170942" y="1655763"/>
                  </a:lnTo>
                  <a:lnTo>
                    <a:pt x="1177144" y="1655763"/>
                  </a:lnTo>
                  <a:close/>
                  <a:moveTo>
                    <a:pt x="129862" y="1655667"/>
                  </a:moveTo>
                  <a:lnTo>
                    <a:pt x="614383" y="1655667"/>
                  </a:lnTo>
                  <a:lnTo>
                    <a:pt x="659038" y="1655667"/>
                  </a:lnTo>
                  <a:lnTo>
                    <a:pt x="671920" y="1655667"/>
                  </a:lnTo>
                  <a:lnTo>
                    <a:pt x="672682" y="1655667"/>
                  </a:lnTo>
                  <a:lnTo>
                    <a:pt x="674973" y="1655667"/>
                  </a:lnTo>
                  <a:cubicBezTo>
                    <a:pt x="679075" y="1669312"/>
                    <a:pt x="683274" y="1682766"/>
                    <a:pt x="687662" y="1696123"/>
                  </a:cubicBezTo>
                  <a:cubicBezTo>
                    <a:pt x="692052" y="1709481"/>
                    <a:pt x="696536" y="1722649"/>
                    <a:pt x="701116" y="1735721"/>
                  </a:cubicBezTo>
                  <a:cubicBezTo>
                    <a:pt x="705791" y="1748697"/>
                    <a:pt x="710466" y="1761579"/>
                    <a:pt x="715333" y="1774365"/>
                  </a:cubicBezTo>
                  <a:cubicBezTo>
                    <a:pt x="729836" y="1812626"/>
                    <a:pt x="745484" y="1849456"/>
                    <a:pt x="762183" y="1884855"/>
                  </a:cubicBezTo>
                  <a:cubicBezTo>
                    <a:pt x="767715" y="1896688"/>
                    <a:pt x="773346" y="1908327"/>
                    <a:pt x="779167" y="1919778"/>
                  </a:cubicBezTo>
                  <a:cubicBezTo>
                    <a:pt x="784987" y="1931322"/>
                    <a:pt x="790902" y="1942582"/>
                    <a:pt x="796914" y="1953745"/>
                  </a:cubicBezTo>
                  <a:cubicBezTo>
                    <a:pt x="802830" y="1964718"/>
                    <a:pt x="808936" y="1975692"/>
                    <a:pt x="815138" y="1986377"/>
                  </a:cubicBezTo>
                  <a:cubicBezTo>
                    <a:pt x="833745" y="2018628"/>
                    <a:pt x="853495" y="2049352"/>
                    <a:pt x="874200" y="2078358"/>
                  </a:cubicBezTo>
                  <a:cubicBezTo>
                    <a:pt x="885269" y="2093816"/>
                    <a:pt x="896623" y="2108796"/>
                    <a:pt x="908263" y="2123299"/>
                  </a:cubicBezTo>
                  <a:cubicBezTo>
                    <a:pt x="914084" y="2130551"/>
                    <a:pt x="920000" y="2137707"/>
                    <a:pt x="925915" y="2144673"/>
                  </a:cubicBezTo>
                  <a:cubicBezTo>
                    <a:pt x="955781" y="2179594"/>
                    <a:pt x="987267" y="2211272"/>
                    <a:pt x="1020568" y="2239038"/>
                  </a:cubicBezTo>
                  <a:cubicBezTo>
                    <a:pt x="1040511" y="2255736"/>
                    <a:pt x="1061120" y="2271003"/>
                    <a:pt x="1082111" y="2284742"/>
                  </a:cubicBezTo>
                  <a:cubicBezTo>
                    <a:pt x="1073046" y="2283025"/>
                    <a:pt x="1064077" y="2281212"/>
                    <a:pt x="1055108" y="2279399"/>
                  </a:cubicBezTo>
                  <a:cubicBezTo>
                    <a:pt x="659992" y="2199155"/>
                    <a:pt x="326705" y="1968248"/>
                    <a:pt x="129862" y="1655667"/>
                  </a:cubicBezTo>
                  <a:close/>
                  <a:moveTo>
                    <a:pt x="0" y="1113991"/>
                  </a:moveTo>
                  <a:cubicBezTo>
                    <a:pt x="203236" y="1114087"/>
                    <a:pt x="406471" y="1114277"/>
                    <a:pt x="609707" y="1114373"/>
                  </a:cubicBezTo>
                  <a:cubicBezTo>
                    <a:pt x="613045" y="1114373"/>
                    <a:pt x="616481" y="1114373"/>
                    <a:pt x="619819" y="1114373"/>
                  </a:cubicBezTo>
                  <a:cubicBezTo>
                    <a:pt x="619916" y="1144238"/>
                    <a:pt x="620489" y="1175248"/>
                    <a:pt x="621729" y="1207308"/>
                  </a:cubicBezTo>
                  <a:cubicBezTo>
                    <a:pt x="622588" y="1228681"/>
                    <a:pt x="623732" y="1250436"/>
                    <a:pt x="625164" y="1272764"/>
                  </a:cubicBezTo>
                  <a:cubicBezTo>
                    <a:pt x="626596" y="1294995"/>
                    <a:pt x="628407" y="1317704"/>
                    <a:pt x="630506" y="1340890"/>
                  </a:cubicBezTo>
                  <a:cubicBezTo>
                    <a:pt x="631556" y="1352436"/>
                    <a:pt x="632700" y="1364076"/>
                    <a:pt x="633941" y="1375907"/>
                  </a:cubicBezTo>
                  <a:cubicBezTo>
                    <a:pt x="641004" y="1442699"/>
                    <a:pt x="650259" y="1505578"/>
                    <a:pt x="660944" y="1564259"/>
                  </a:cubicBezTo>
                  <a:cubicBezTo>
                    <a:pt x="664475" y="1583723"/>
                    <a:pt x="668196" y="1602806"/>
                    <a:pt x="672014" y="1621604"/>
                  </a:cubicBezTo>
                  <a:lnTo>
                    <a:pt x="665620" y="1621604"/>
                  </a:lnTo>
                  <a:lnTo>
                    <a:pt x="114880" y="1621604"/>
                  </a:lnTo>
                  <a:cubicBezTo>
                    <a:pt x="108679" y="1606910"/>
                    <a:pt x="102667" y="1592121"/>
                    <a:pt x="96847" y="1577235"/>
                  </a:cubicBezTo>
                  <a:cubicBezTo>
                    <a:pt x="91122" y="1562351"/>
                    <a:pt x="85492" y="1547275"/>
                    <a:pt x="80244" y="1532103"/>
                  </a:cubicBezTo>
                  <a:cubicBezTo>
                    <a:pt x="34350" y="1400716"/>
                    <a:pt x="6583" y="1260169"/>
                    <a:pt x="0" y="1113991"/>
                  </a:cubicBezTo>
                  <a:close/>
                  <a:moveTo>
                    <a:pt x="1217123" y="1113800"/>
                  </a:moveTo>
                  <a:cubicBezTo>
                    <a:pt x="1390971" y="1113800"/>
                    <a:pt x="1564722" y="1113800"/>
                    <a:pt x="1738571" y="1113800"/>
                  </a:cubicBezTo>
                  <a:cubicBezTo>
                    <a:pt x="1743149" y="1113800"/>
                    <a:pt x="1747827" y="1113800"/>
                    <a:pt x="1752406" y="1113800"/>
                  </a:cubicBezTo>
                  <a:cubicBezTo>
                    <a:pt x="1752502" y="1123724"/>
                    <a:pt x="1752502" y="1133742"/>
                    <a:pt x="1752406" y="1143856"/>
                  </a:cubicBezTo>
                  <a:cubicBezTo>
                    <a:pt x="1752310" y="1164276"/>
                    <a:pt x="1751929" y="1185172"/>
                    <a:pt x="1751261" y="1206640"/>
                  </a:cubicBezTo>
                  <a:cubicBezTo>
                    <a:pt x="1749926" y="1249578"/>
                    <a:pt x="1747253" y="1294613"/>
                    <a:pt x="1742865" y="1341654"/>
                  </a:cubicBezTo>
                  <a:cubicBezTo>
                    <a:pt x="1741815" y="1353390"/>
                    <a:pt x="1740671" y="1365221"/>
                    <a:pt x="1739334" y="1377243"/>
                  </a:cubicBezTo>
                  <a:cubicBezTo>
                    <a:pt x="1738190" y="1388408"/>
                    <a:pt x="1736853" y="1399476"/>
                    <a:pt x="1735518" y="1410449"/>
                  </a:cubicBezTo>
                  <a:cubicBezTo>
                    <a:pt x="1726071" y="1486972"/>
                    <a:pt x="1713380" y="1557485"/>
                    <a:pt x="1699258" y="1621413"/>
                  </a:cubicBezTo>
                  <a:lnTo>
                    <a:pt x="1683610" y="1621413"/>
                  </a:lnTo>
                  <a:lnTo>
                    <a:pt x="1682751" y="1621413"/>
                  </a:lnTo>
                  <a:lnTo>
                    <a:pt x="1217123" y="1621413"/>
                  </a:lnTo>
                  <a:close/>
                  <a:moveTo>
                    <a:pt x="654169" y="1113800"/>
                  </a:moveTo>
                  <a:lnTo>
                    <a:pt x="1170274" y="1113800"/>
                  </a:lnTo>
                  <a:lnTo>
                    <a:pt x="1182773" y="1113800"/>
                  </a:lnTo>
                  <a:lnTo>
                    <a:pt x="1182773" y="1621413"/>
                  </a:lnTo>
                  <a:lnTo>
                    <a:pt x="1170274" y="1621413"/>
                  </a:lnTo>
                  <a:lnTo>
                    <a:pt x="1163309" y="1621413"/>
                  </a:lnTo>
                  <a:lnTo>
                    <a:pt x="707029" y="1621413"/>
                  </a:lnTo>
                  <a:lnTo>
                    <a:pt x="705599" y="1614543"/>
                  </a:lnTo>
                  <a:cubicBezTo>
                    <a:pt x="689282" y="1534776"/>
                    <a:pt x="676689" y="1453290"/>
                    <a:pt x="668101" y="1372282"/>
                  </a:cubicBezTo>
                  <a:cubicBezTo>
                    <a:pt x="659035" y="1286885"/>
                    <a:pt x="654360" y="1200056"/>
                    <a:pt x="654169" y="1114182"/>
                  </a:cubicBezTo>
                  <a:close/>
                  <a:moveTo>
                    <a:pt x="1784464" y="1113704"/>
                  </a:moveTo>
                  <a:lnTo>
                    <a:pt x="2383388" y="1113704"/>
                  </a:lnTo>
                  <a:cubicBezTo>
                    <a:pt x="2380335" y="1181163"/>
                    <a:pt x="2372798" y="1247477"/>
                    <a:pt x="2361156" y="1312170"/>
                  </a:cubicBezTo>
                  <a:cubicBezTo>
                    <a:pt x="2357245" y="1333733"/>
                    <a:pt x="2352855" y="1355202"/>
                    <a:pt x="2348084" y="1376384"/>
                  </a:cubicBezTo>
                  <a:cubicBezTo>
                    <a:pt x="2338447" y="1418844"/>
                    <a:pt x="2326998" y="1460541"/>
                    <a:pt x="2313831" y="1501379"/>
                  </a:cubicBezTo>
                  <a:cubicBezTo>
                    <a:pt x="2310491" y="1511684"/>
                    <a:pt x="2307152" y="1521799"/>
                    <a:pt x="2303622" y="1531913"/>
                  </a:cubicBezTo>
                  <a:cubicBezTo>
                    <a:pt x="2298374" y="1547083"/>
                    <a:pt x="2292840" y="1562159"/>
                    <a:pt x="2287114" y="1577043"/>
                  </a:cubicBezTo>
                  <a:cubicBezTo>
                    <a:pt x="2281389" y="1591929"/>
                    <a:pt x="2275378" y="1606718"/>
                    <a:pt x="2269175" y="1621412"/>
                  </a:cubicBezTo>
                  <a:lnTo>
                    <a:pt x="1731604" y="1621412"/>
                  </a:lnTo>
                  <a:cubicBezTo>
                    <a:pt x="1748970" y="1542217"/>
                    <a:pt x="1762231" y="1461400"/>
                    <a:pt x="1771106" y="1380869"/>
                  </a:cubicBezTo>
                  <a:cubicBezTo>
                    <a:pt x="1780742" y="1292514"/>
                    <a:pt x="1785227" y="1202632"/>
                    <a:pt x="1784464" y="1113704"/>
                  </a:cubicBezTo>
                  <a:close/>
                  <a:moveTo>
                    <a:pt x="1952874" y="754545"/>
                  </a:moveTo>
                  <a:lnTo>
                    <a:pt x="2237116" y="754545"/>
                  </a:lnTo>
                  <a:cubicBezTo>
                    <a:pt x="2315643" y="754450"/>
                    <a:pt x="2379285" y="828301"/>
                    <a:pt x="2379285" y="919232"/>
                  </a:cubicBezTo>
                  <a:lnTo>
                    <a:pt x="2379285" y="1084016"/>
                  </a:lnTo>
                  <a:lnTo>
                    <a:pt x="1810799" y="1084016"/>
                  </a:lnTo>
                  <a:lnTo>
                    <a:pt x="1810799" y="919232"/>
                  </a:lnTo>
                  <a:cubicBezTo>
                    <a:pt x="1810799" y="873719"/>
                    <a:pt x="1826734" y="832595"/>
                    <a:pt x="1852400" y="802826"/>
                  </a:cubicBezTo>
                  <a:cubicBezTo>
                    <a:pt x="1878162" y="772960"/>
                    <a:pt x="1913657" y="754545"/>
                    <a:pt x="1952874" y="754545"/>
                  </a:cubicBezTo>
                  <a:close/>
                  <a:moveTo>
                    <a:pt x="182435" y="754545"/>
                  </a:moveTo>
                  <a:lnTo>
                    <a:pt x="466679" y="754545"/>
                  </a:lnTo>
                  <a:cubicBezTo>
                    <a:pt x="545205" y="754450"/>
                    <a:pt x="608847" y="828301"/>
                    <a:pt x="608847" y="919232"/>
                  </a:cubicBezTo>
                  <a:lnTo>
                    <a:pt x="608847" y="1084016"/>
                  </a:lnTo>
                  <a:lnTo>
                    <a:pt x="40361" y="1084016"/>
                  </a:lnTo>
                  <a:lnTo>
                    <a:pt x="40361" y="919232"/>
                  </a:lnTo>
                  <a:cubicBezTo>
                    <a:pt x="40361" y="873719"/>
                    <a:pt x="56295" y="832595"/>
                    <a:pt x="81962" y="802826"/>
                  </a:cubicBezTo>
                  <a:cubicBezTo>
                    <a:pt x="107724" y="772960"/>
                    <a:pt x="143219" y="754545"/>
                    <a:pt x="182435" y="754545"/>
                  </a:cubicBezTo>
                  <a:close/>
                  <a:moveTo>
                    <a:pt x="971381" y="496924"/>
                  </a:moveTo>
                  <a:cubicBezTo>
                    <a:pt x="971381" y="496924"/>
                    <a:pt x="1448461" y="496924"/>
                    <a:pt x="1448461" y="496924"/>
                  </a:cubicBezTo>
                  <a:cubicBezTo>
                    <a:pt x="1517255" y="496924"/>
                    <a:pt x="1581756" y="527839"/>
                    <a:pt x="1630132" y="583944"/>
                  </a:cubicBezTo>
                  <a:cubicBezTo>
                    <a:pt x="1677841" y="639285"/>
                    <a:pt x="1704174" y="712755"/>
                    <a:pt x="1704174" y="790709"/>
                  </a:cubicBezTo>
                  <a:lnTo>
                    <a:pt x="1704174" y="1084398"/>
                  </a:lnTo>
                  <a:lnTo>
                    <a:pt x="715666" y="1084398"/>
                  </a:lnTo>
                  <a:lnTo>
                    <a:pt x="715666" y="1084303"/>
                  </a:lnTo>
                  <a:lnTo>
                    <a:pt x="715666" y="790613"/>
                  </a:lnTo>
                  <a:cubicBezTo>
                    <a:pt x="715666" y="712660"/>
                    <a:pt x="741906" y="639285"/>
                    <a:pt x="789709" y="583944"/>
                  </a:cubicBezTo>
                  <a:cubicBezTo>
                    <a:pt x="838085" y="527839"/>
                    <a:pt x="902681" y="496924"/>
                    <a:pt x="971381" y="496924"/>
                  </a:cubicBezTo>
                  <a:close/>
                  <a:moveTo>
                    <a:pt x="2095999" y="448260"/>
                  </a:moveTo>
                  <a:cubicBezTo>
                    <a:pt x="2174526" y="448260"/>
                    <a:pt x="2238167" y="511903"/>
                    <a:pt x="2238167" y="590334"/>
                  </a:cubicBezTo>
                  <a:cubicBezTo>
                    <a:pt x="2238167" y="668863"/>
                    <a:pt x="2174526" y="732410"/>
                    <a:pt x="2095999" y="732410"/>
                  </a:cubicBezTo>
                  <a:cubicBezTo>
                    <a:pt x="2017470" y="732410"/>
                    <a:pt x="1953924" y="668767"/>
                    <a:pt x="1953924" y="590334"/>
                  </a:cubicBezTo>
                  <a:cubicBezTo>
                    <a:pt x="1953924" y="511808"/>
                    <a:pt x="2017565" y="448260"/>
                    <a:pt x="2095999" y="448260"/>
                  </a:cubicBezTo>
                  <a:close/>
                  <a:moveTo>
                    <a:pt x="325560" y="448260"/>
                  </a:moveTo>
                  <a:cubicBezTo>
                    <a:pt x="404182" y="448260"/>
                    <a:pt x="467729" y="511903"/>
                    <a:pt x="467729" y="590334"/>
                  </a:cubicBezTo>
                  <a:cubicBezTo>
                    <a:pt x="467729" y="668863"/>
                    <a:pt x="404087" y="732410"/>
                    <a:pt x="325560" y="732410"/>
                  </a:cubicBezTo>
                  <a:cubicBezTo>
                    <a:pt x="247032" y="732410"/>
                    <a:pt x="183485" y="668767"/>
                    <a:pt x="183485" y="590334"/>
                  </a:cubicBezTo>
                  <a:cubicBezTo>
                    <a:pt x="183485" y="511808"/>
                    <a:pt x="247127" y="448260"/>
                    <a:pt x="325560" y="448260"/>
                  </a:cubicBezTo>
                  <a:close/>
                  <a:moveTo>
                    <a:pt x="1211351" y="0"/>
                  </a:moveTo>
                  <a:cubicBezTo>
                    <a:pt x="1343120" y="0"/>
                    <a:pt x="1449891" y="106770"/>
                    <a:pt x="1449891" y="238539"/>
                  </a:cubicBezTo>
                  <a:cubicBezTo>
                    <a:pt x="1449891" y="370308"/>
                    <a:pt x="1343120" y="477079"/>
                    <a:pt x="1211351" y="477079"/>
                  </a:cubicBezTo>
                  <a:cubicBezTo>
                    <a:pt x="1079583" y="477079"/>
                    <a:pt x="972812" y="370308"/>
                    <a:pt x="972812" y="238539"/>
                  </a:cubicBezTo>
                  <a:cubicBezTo>
                    <a:pt x="972812" y="106770"/>
                    <a:pt x="1079583" y="0"/>
                    <a:pt x="1211351" y="0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endParaRPr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E5B597E-1073-A9E2-B82D-0A4DCE51E91D}"/>
              </a:ext>
            </a:extLst>
          </p:cNvPr>
          <p:cNvGrpSpPr/>
          <p:nvPr/>
        </p:nvGrpSpPr>
        <p:grpSpPr>
          <a:xfrm>
            <a:off x="2707807" y="1550234"/>
            <a:ext cx="608655" cy="608658"/>
            <a:chOff x="3013040" y="2190570"/>
            <a:chExt cx="608655" cy="60865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27BD69D-98ED-0566-44CC-C82CF0FA517F}"/>
                </a:ext>
              </a:extLst>
            </p:cNvPr>
            <p:cNvGrpSpPr/>
            <p:nvPr/>
          </p:nvGrpSpPr>
          <p:grpSpPr>
            <a:xfrm>
              <a:off x="3013040" y="2190570"/>
              <a:ext cx="608655" cy="608658"/>
              <a:chOff x="4950373" y="1746492"/>
              <a:chExt cx="929088" cy="929091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BE08275-2AA1-A1CC-4F2C-B6E6483E6E45}"/>
                  </a:ext>
                </a:extLst>
              </p:cNvPr>
              <p:cNvSpPr/>
              <p:nvPr/>
            </p:nvSpPr>
            <p:spPr>
              <a:xfrm>
                <a:off x="4950373" y="1746492"/>
                <a:ext cx="929088" cy="929091"/>
              </a:xfrm>
              <a:prstGeom prst="ellipse">
                <a:avLst/>
              </a:prstGeom>
              <a:solidFill>
                <a:srgbClr val="02B1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algn="ctr" rotWithShape="0">
                  <a:prstClr val="black">
                    <a:alpha val="5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AA6DAC4-4FEE-EC4C-6DE1-69B5CD8A6877}"/>
                  </a:ext>
                </a:extLst>
              </p:cNvPr>
              <p:cNvSpPr/>
              <p:nvPr/>
            </p:nvSpPr>
            <p:spPr>
              <a:xfrm>
                <a:off x="5032621" y="1828744"/>
                <a:ext cx="764592" cy="764587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7" name="Freeform: Shape 88">
              <a:extLst>
                <a:ext uri="{FF2B5EF4-FFF2-40B4-BE49-F238E27FC236}">
                  <a16:creationId xmlns:a16="http://schemas.microsoft.com/office/drawing/2014/main" id="{99D9C0C2-E39E-736D-579B-C7D341212BF9}"/>
                </a:ext>
              </a:extLst>
            </p:cNvPr>
            <p:cNvSpPr/>
            <p:nvPr/>
          </p:nvSpPr>
          <p:spPr>
            <a:xfrm>
              <a:off x="3182631" y="2311864"/>
              <a:ext cx="287862" cy="381521"/>
            </a:xfrm>
            <a:custGeom>
              <a:avLst/>
              <a:gdLst>
                <a:gd name="connsiteX0" fmla="*/ 880439 w 1813956"/>
                <a:gd name="connsiteY0" fmla="*/ 2307907 h 2404142"/>
                <a:gd name="connsiteX1" fmla="*/ 882345 w 1813956"/>
                <a:gd name="connsiteY1" fmla="*/ 2348865 h 2404142"/>
                <a:gd name="connsiteX2" fmla="*/ 829005 w 1813956"/>
                <a:gd name="connsiteY2" fmla="*/ 2399347 h 2404142"/>
                <a:gd name="connsiteX3" fmla="*/ 678511 w 1813956"/>
                <a:gd name="connsiteY3" fmla="*/ 2404111 h 2404142"/>
                <a:gd name="connsiteX4" fmla="*/ 621359 w 1813956"/>
                <a:gd name="connsiteY4" fmla="*/ 2357439 h 2404142"/>
                <a:gd name="connsiteX5" fmla="*/ 620407 w 1813956"/>
                <a:gd name="connsiteY5" fmla="*/ 2322195 h 2404142"/>
                <a:gd name="connsiteX6" fmla="*/ 912827 w 1813956"/>
                <a:gd name="connsiteY6" fmla="*/ 2170747 h 2404142"/>
                <a:gd name="connsiteX7" fmla="*/ 949021 w 1813956"/>
                <a:gd name="connsiteY7" fmla="*/ 2217419 h 2404142"/>
                <a:gd name="connsiteX8" fmla="*/ 912827 w 1813956"/>
                <a:gd name="connsiteY8" fmla="*/ 2268855 h 2404142"/>
                <a:gd name="connsiteX9" fmla="*/ 588975 w 1813956"/>
                <a:gd name="connsiteY9" fmla="*/ 2288857 h 2404142"/>
                <a:gd name="connsiteX10" fmla="*/ 552781 w 1813956"/>
                <a:gd name="connsiteY10" fmla="*/ 2242183 h 2404142"/>
                <a:gd name="connsiteX11" fmla="*/ 588975 w 1813956"/>
                <a:gd name="connsiteY11" fmla="*/ 2190751 h 2404142"/>
                <a:gd name="connsiteX12" fmla="*/ 949021 w 1813956"/>
                <a:gd name="connsiteY12" fmla="*/ 2037397 h 2404142"/>
                <a:gd name="connsiteX13" fmla="*/ 993787 w 1813956"/>
                <a:gd name="connsiteY13" fmla="*/ 2084069 h 2404142"/>
                <a:gd name="connsiteX14" fmla="*/ 949021 w 1813956"/>
                <a:gd name="connsiteY14" fmla="*/ 2135505 h 2404142"/>
                <a:gd name="connsiteX15" fmla="*/ 553733 w 1813956"/>
                <a:gd name="connsiteY15" fmla="*/ 2155507 h 2404142"/>
                <a:gd name="connsiteX16" fmla="*/ 508967 w 1813956"/>
                <a:gd name="connsiteY16" fmla="*/ 2108835 h 2404142"/>
                <a:gd name="connsiteX17" fmla="*/ 553733 w 1813956"/>
                <a:gd name="connsiteY17" fmla="*/ 2057399 h 2404142"/>
                <a:gd name="connsiteX18" fmla="*/ 971879 w 1813956"/>
                <a:gd name="connsiteY18" fmla="*/ 1904999 h 2404142"/>
                <a:gd name="connsiteX19" fmla="*/ 1021411 w 1813956"/>
                <a:gd name="connsiteY19" fmla="*/ 1951671 h 2404142"/>
                <a:gd name="connsiteX20" fmla="*/ 971879 w 1813956"/>
                <a:gd name="connsiteY20" fmla="*/ 2003107 h 2404142"/>
                <a:gd name="connsiteX21" fmla="*/ 530873 w 1813956"/>
                <a:gd name="connsiteY21" fmla="*/ 2023111 h 2404142"/>
                <a:gd name="connsiteX22" fmla="*/ 481343 w 1813956"/>
                <a:gd name="connsiteY22" fmla="*/ 1976437 h 2404142"/>
                <a:gd name="connsiteX23" fmla="*/ 530873 w 1813956"/>
                <a:gd name="connsiteY23" fmla="*/ 1925003 h 2404142"/>
                <a:gd name="connsiteX24" fmla="*/ 408953 w 1813956"/>
                <a:gd name="connsiteY24" fmla="*/ 761048 h 2404142"/>
                <a:gd name="connsiteX25" fmla="*/ 713753 w 1813956"/>
                <a:gd name="connsiteY25" fmla="*/ 761048 h 2404142"/>
                <a:gd name="connsiteX26" fmla="*/ 738519 w 1813956"/>
                <a:gd name="connsiteY26" fmla="*/ 785813 h 2404142"/>
                <a:gd name="connsiteX27" fmla="*/ 738519 w 1813956"/>
                <a:gd name="connsiteY27" fmla="*/ 887730 h 2404142"/>
                <a:gd name="connsiteX28" fmla="*/ 670891 w 1813956"/>
                <a:gd name="connsiteY28" fmla="*/ 854393 h 2404142"/>
                <a:gd name="connsiteX29" fmla="*/ 586119 w 1813956"/>
                <a:gd name="connsiteY29" fmla="*/ 939165 h 2404142"/>
                <a:gd name="connsiteX30" fmla="*/ 670891 w 1813956"/>
                <a:gd name="connsiteY30" fmla="*/ 1023938 h 2404142"/>
                <a:gd name="connsiteX31" fmla="*/ 738519 w 1813956"/>
                <a:gd name="connsiteY31" fmla="*/ 990600 h 2404142"/>
                <a:gd name="connsiteX32" fmla="*/ 738519 w 1813956"/>
                <a:gd name="connsiteY32" fmla="*/ 1091565 h 2404142"/>
                <a:gd name="connsiteX33" fmla="*/ 713753 w 1813956"/>
                <a:gd name="connsiteY33" fmla="*/ 1116330 h 2404142"/>
                <a:gd name="connsiteX34" fmla="*/ 576593 w 1813956"/>
                <a:gd name="connsiteY34" fmla="*/ 1116330 h 2404142"/>
                <a:gd name="connsiteX35" fmla="*/ 576593 w 1813956"/>
                <a:gd name="connsiteY35" fmla="*/ 1176338 h 2404142"/>
                <a:gd name="connsiteX36" fmla="*/ 585165 w 1813956"/>
                <a:gd name="connsiteY36" fmla="*/ 1181100 h 2404142"/>
                <a:gd name="connsiteX37" fmla="*/ 610883 w 1813956"/>
                <a:gd name="connsiteY37" fmla="*/ 1224915 h 2404142"/>
                <a:gd name="connsiteX38" fmla="*/ 560399 w 1813956"/>
                <a:gd name="connsiteY38" fmla="*/ 1275399 h 2404142"/>
                <a:gd name="connsiteX39" fmla="*/ 510871 w 1813956"/>
                <a:gd name="connsiteY39" fmla="*/ 1226819 h 2404142"/>
                <a:gd name="connsiteX40" fmla="*/ 536587 w 1813956"/>
                <a:gd name="connsiteY40" fmla="*/ 1183005 h 2404142"/>
                <a:gd name="connsiteX41" fmla="*/ 545159 w 1813956"/>
                <a:gd name="connsiteY41" fmla="*/ 1178243 h 2404142"/>
                <a:gd name="connsiteX42" fmla="*/ 545159 w 1813956"/>
                <a:gd name="connsiteY42" fmla="*/ 1118235 h 2404142"/>
                <a:gd name="connsiteX43" fmla="*/ 407999 w 1813956"/>
                <a:gd name="connsiteY43" fmla="*/ 1118235 h 2404142"/>
                <a:gd name="connsiteX44" fmla="*/ 383235 w 1813956"/>
                <a:gd name="connsiteY44" fmla="*/ 1093470 h 2404142"/>
                <a:gd name="connsiteX45" fmla="*/ 383235 w 1813956"/>
                <a:gd name="connsiteY45" fmla="*/ 956310 h 2404142"/>
                <a:gd name="connsiteX46" fmla="*/ 323227 w 1813956"/>
                <a:gd name="connsiteY46" fmla="*/ 956310 h 2404142"/>
                <a:gd name="connsiteX47" fmla="*/ 318465 w 1813956"/>
                <a:gd name="connsiteY47" fmla="*/ 964883 h 2404142"/>
                <a:gd name="connsiteX48" fmla="*/ 274651 w 1813956"/>
                <a:gd name="connsiteY48" fmla="*/ 990600 h 2404142"/>
                <a:gd name="connsiteX49" fmla="*/ 224167 w 1813956"/>
                <a:gd name="connsiteY49" fmla="*/ 940118 h 2404142"/>
                <a:gd name="connsiteX50" fmla="*/ 274651 w 1813956"/>
                <a:gd name="connsiteY50" fmla="*/ 889635 h 2404142"/>
                <a:gd name="connsiteX51" fmla="*/ 318465 w 1813956"/>
                <a:gd name="connsiteY51" fmla="*/ 915353 h 2404142"/>
                <a:gd name="connsiteX52" fmla="*/ 323227 w 1813956"/>
                <a:gd name="connsiteY52" fmla="*/ 923925 h 2404142"/>
                <a:gd name="connsiteX53" fmla="*/ 384187 w 1813956"/>
                <a:gd name="connsiteY53" fmla="*/ 923925 h 2404142"/>
                <a:gd name="connsiteX54" fmla="*/ 384187 w 1813956"/>
                <a:gd name="connsiteY54" fmla="*/ 785813 h 2404142"/>
                <a:gd name="connsiteX55" fmla="*/ 408953 w 1813956"/>
                <a:gd name="connsiteY55" fmla="*/ 761048 h 2404142"/>
                <a:gd name="connsiteX56" fmla="*/ 559447 w 1813956"/>
                <a:gd name="connsiteY56" fmla="*/ 603885 h 2404142"/>
                <a:gd name="connsiteX57" fmla="*/ 609931 w 1813956"/>
                <a:gd name="connsiteY57" fmla="*/ 654367 h 2404142"/>
                <a:gd name="connsiteX58" fmla="*/ 584213 w 1813956"/>
                <a:gd name="connsiteY58" fmla="*/ 698182 h 2404142"/>
                <a:gd name="connsiteX59" fmla="*/ 575641 w 1813956"/>
                <a:gd name="connsiteY59" fmla="*/ 702945 h 2404142"/>
                <a:gd name="connsiteX60" fmla="*/ 575641 w 1813956"/>
                <a:gd name="connsiteY60" fmla="*/ 728662 h 2404142"/>
                <a:gd name="connsiteX61" fmla="*/ 544207 w 1813956"/>
                <a:gd name="connsiteY61" fmla="*/ 728662 h 2404142"/>
                <a:gd name="connsiteX62" fmla="*/ 544207 w 1813956"/>
                <a:gd name="connsiteY62" fmla="*/ 702945 h 2404142"/>
                <a:gd name="connsiteX63" fmla="*/ 535635 w 1813956"/>
                <a:gd name="connsiteY63" fmla="*/ 698182 h 2404142"/>
                <a:gd name="connsiteX64" fmla="*/ 508967 w 1813956"/>
                <a:gd name="connsiteY64" fmla="*/ 654367 h 2404142"/>
                <a:gd name="connsiteX65" fmla="*/ 559447 w 1813956"/>
                <a:gd name="connsiteY65" fmla="*/ 603885 h 2404142"/>
                <a:gd name="connsiteX66" fmla="*/ 560401 w 1813956"/>
                <a:gd name="connsiteY66" fmla="*/ 567690 h 2404142"/>
                <a:gd name="connsiteX67" fmla="*/ 475627 w 1813956"/>
                <a:gd name="connsiteY67" fmla="*/ 652462 h 2404142"/>
                <a:gd name="connsiteX68" fmla="*/ 509919 w 1813956"/>
                <a:gd name="connsiteY68" fmla="*/ 720090 h 2404142"/>
                <a:gd name="connsiteX69" fmla="*/ 509919 w 1813956"/>
                <a:gd name="connsiteY69" fmla="*/ 725805 h 2404142"/>
                <a:gd name="connsiteX70" fmla="*/ 407047 w 1813956"/>
                <a:gd name="connsiteY70" fmla="*/ 725805 h 2404142"/>
                <a:gd name="connsiteX71" fmla="*/ 347993 w 1813956"/>
                <a:gd name="connsiteY71" fmla="*/ 784860 h 2404142"/>
                <a:gd name="connsiteX72" fmla="*/ 347993 w 1813956"/>
                <a:gd name="connsiteY72" fmla="*/ 887730 h 2404142"/>
                <a:gd name="connsiteX73" fmla="*/ 342279 w 1813956"/>
                <a:gd name="connsiteY73" fmla="*/ 887730 h 2404142"/>
                <a:gd name="connsiteX74" fmla="*/ 273699 w 1813956"/>
                <a:gd name="connsiteY74" fmla="*/ 853440 h 2404142"/>
                <a:gd name="connsiteX75" fmla="*/ 188927 w 1813956"/>
                <a:gd name="connsiteY75" fmla="*/ 938212 h 2404142"/>
                <a:gd name="connsiteX76" fmla="*/ 273699 w 1813956"/>
                <a:gd name="connsiteY76" fmla="*/ 1022985 h 2404142"/>
                <a:gd name="connsiteX77" fmla="*/ 342279 w 1813956"/>
                <a:gd name="connsiteY77" fmla="*/ 988695 h 2404142"/>
                <a:gd name="connsiteX78" fmla="*/ 347993 w 1813956"/>
                <a:gd name="connsiteY78" fmla="*/ 988695 h 2404142"/>
                <a:gd name="connsiteX79" fmla="*/ 347993 w 1813956"/>
                <a:gd name="connsiteY79" fmla="*/ 1091565 h 2404142"/>
                <a:gd name="connsiteX80" fmla="*/ 407047 w 1813956"/>
                <a:gd name="connsiteY80" fmla="*/ 1150620 h 2404142"/>
                <a:gd name="connsiteX81" fmla="*/ 509919 w 1813956"/>
                <a:gd name="connsiteY81" fmla="*/ 1150620 h 2404142"/>
                <a:gd name="connsiteX82" fmla="*/ 509919 w 1813956"/>
                <a:gd name="connsiteY82" fmla="*/ 1156335 h 2404142"/>
                <a:gd name="connsiteX83" fmla="*/ 475627 w 1813956"/>
                <a:gd name="connsiteY83" fmla="*/ 1224915 h 2404142"/>
                <a:gd name="connsiteX84" fmla="*/ 560401 w 1813956"/>
                <a:gd name="connsiteY84" fmla="*/ 1311591 h 2404142"/>
                <a:gd name="connsiteX85" fmla="*/ 645173 w 1813956"/>
                <a:gd name="connsiteY85" fmla="*/ 1226819 h 2404142"/>
                <a:gd name="connsiteX86" fmla="*/ 610883 w 1813956"/>
                <a:gd name="connsiteY86" fmla="*/ 1158240 h 2404142"/>
                <a:gd name="connsiteX87" fmla="*/ 610883 w 1813956"/>
                <a:gd name="connsiteY87" fmla="*/ 1152525 h 2404142"/>
                <a:gd name="connsiteX88" fmla="*/ 713753 w 1813956"/>
                <a:gd name="connsiteY88" fmla="*/ 1152525 h 2404142"/>
                <a:gd name="connsiteX89" fmla="*/ 772809 w 1813956"/>
                <a:gd name="connsiteY89" fmla="*/ 1093470 h 2404142"/>
                <a:gd name="connsiteX90" fmla="*/ 772809 w 1813956"/>
                <a:gd name="connsiteY90" fmla="*/ 956310 h 2404142"/>
                <a:gd name="connsiteX91" fmla="*/ 719467 w 1813956"/>
                <a:gd name="connsiteY91" fmla="*/ 956310 h 2404142"/>
                <a:gd name="connsiteX92" fmla="*/ 714707 w 1813956"/>
                <a:gd name="connsiteY92" fmla="*/ 964882 h 2404142"/>
                <a:gd name="connsiteX93" fmla="*/ 670891 w 1813956"/>
                <a:gd name="connsiteY93" fmla="*/ 990600 h 2404142"/>
                <a:gd name="connsiteX94" fmla="*/ 620409 w 1813956"/>
                <a:gd name="connsiteY94" fmla="*/ 940117 h 2404142"/>
                <a:gd name="connsiteX95" fmla="*/ 670891 w 1813956"/>
                <a:gd name="connsiteY95" fmla="*/ 889635 h 2404142"/>
                <a:gd name="connsiteX96" fmla="*/ 714707 w 1813956"/>
                <a:gd name="connsiteY96" fmla="*/ 915352 h 2404142"/>
                <a:gd name="connsiteX97" fmla="*/ 719467 w 1813956"/>
                <a:gd name="connsiteY97" fmla="*/ 923925 h 2404142"/>
                <a:gd name="connsiteX98" fmla="*/ 772809 w 1813956"/>
                <a:gd name="connsiteY98" fmla="*/ 923925 h 2404142"/>
                <a:gd name="connsiteX99" fmla="*/ 772809 w 1813956"/>
                <a:gd name="connsiteY99" fmla="*/ 785812 h 2404142"/>
                <a:gd name="connsiteX100" fmla="*/ 713753 w 1813956"/>
                <a:gd name="connsiteY100" fmla="*/ 726757 h 2404142"/>
                <a:gd name="connsiteX101" fmla="*/ 610883 w 1813956"/>
                <a:gd name="connsiteY101" fmla="*/ 726757 h 2404142"/>
                <a:gd name="connsiteX102" fmla="*/ 610883 w 1813956"/>
                <a:gd name="connsiteY102" fmla="*/ 721042 h 2404142"/>
                <a:gd name="connsiteX103" fmla="*/ 645173 w 1813956"/>
                <a:gd name="connsiteY103" fmla="*/ 652462 h 2404142"/>
                <a:gd name="connsiteX104" fmla="*/ 560401 w 1813956"/>
                <a:gd name="connsiteY104" fmla="*/ 567690 h 2404142"/>
                <a:gd name="connsiteX105" fmla="*/ 870915 w 1813956"/>
                <a:gd name="connsiteY105" fmla="*/ 953 h 2404142"/>
                <a:gd name="connsiteX106" fmla="*/ 928067 w 1813956"/>
                <a:gd name="connsiteY106" fmla="*/ 953 h 2404142"/>
                <a:gd name="connsiteX107" fmla="*/ 998551 w 1813956"/>
                <a:gd name="connsiteY107" fmla="*/ 26670 h 2404142"/>
                <a:gd name="connsiteX108" fmla="*/ 1035699 w 1813956"/>
                <a:gd name="connsiteY108" fmla="*/ 92393 h 2404142"/>
                <a:gd name="connsiteX109" fmla="*/ 1060463 w 1813956"/>
                <a:gd name="connsiteY109" fmla="*/ 234315 h 2404142"/>
                <a:gd name="connsiteX110" fmla="*/ 1237627 w 1813956"/>
                <a:gd name="connsiteY110" fmla="*/ 307658 h 2404142"/>
                <a:gd name="connsiteX111" fmla="*/ 1353833 w 1813956"/>
                <a:gd name="connsiteY111" fmla="*/ 224790 h 2404142"/>
                <a:gd name="connsiteX112" fmla="*/ 1426223 w 1813956"/>
                <a:gd name="connsiteY112" fmla="*/ 205740 h 2404142"/>
                <a:gd name="connsiteX113" fmla="*/ 1493851 w 1813956"/>
                <a:gd name="connsiteY113" fmla="*/ 237173 h 2404142"/>
                <a:gd name="connsiteX114" fmla="*/ 1578623 w 1813956"/>
                <a:gd name="connsiteY114" fmla="*/ 321945 h 2404142"/>
                <a:gd name="connsiteX115" fmla="*/ 1610055 w 1813956"/>
                <a:gd name="connsiteY115" fmla="*/ 389573 h 2404142"/>
                <a:gd name="connsiteX116" fmla="*/ 1590053 w 1813956"/>
                <a:gd name="connsiteY116" fmla="*/ 461963 h 2404142"/>
                <a:gd name="connsiteX117" fmla="*/ 1507187 w 1813956"/>
                <a:gd name="connsiteY117" fmla="*/ 580073 h 2404142"/>
                <a:gd name="connsiteX118" fmla="*/ 1580527 w 1813956"/>
                <a:gd name="connsiteY118" fmla="*/ 757238 h 2404142"/>
                <a:gd name="connsiteX119" fmla="*/ 1722451 w 1813956"/>
                <a:gd name="connsiteY119" fmla="*/ 782003 h 2404142"/>
                <a:gd name="connsiteX120" fmla="*/ 1788173 w 1813956"/>
                <a:gd name="connsiteY120" fmla="*/ 819150 h 2404142"/>
                <a:gd name="connsiteX121" fmla="*/ 1813891 w 1813956"/>
                <a:gd name="connsiteY121" fmla="*/ 888683 h 2404142"/>
                <a:gd name="connsiteX122" fmla="*/ 1813891 w 1813956"/>
                <a:gd name="connsiteY122" fmla="*/ 1010603 h 2404142"/>
                <a:gd name="connsiteX123" fmla="*/ 1788173 w 1813956"/>
                <a:gd name="connsiteY123" fmla="*/ 1081088 h 2404142"/>
                <a:gd name="connsiteX124" fmla="*/ 1722451 w 1813956"/>
                <a:gd name="connsiteY124" fmla="*/ 1118235 h 2404142"/>
                <a:gd name="connsiteX125" fmla="*/ 1580527 w 1813956"/>
                <a:gd name="connsiteY125" fmla="*/ 1143000 h 2404142"/>
                <a:gd name="connsiteX126" fmla="*/ 1507187 w 1813956"/>
                <a:gd name="connsiteY126" fmla="*/ 1320165 h 2404142"/>
                <a:gd name="connsiteX127" fmla="*/ 1590053 w 1813956"/>
                <a:gd name="connsiteY127" fmla="*/ 1436371 h 2404142"/>
                <a:gd name="connsiteX128" fmla="*/ 1609103 w 1813956"/>
                <a:gd name="connsiteY128" fmla="*/ 1508759 h 2404142"/>
                <a:gd name="connsiteX129" fmla="*/ 1577671 w 1813956"/>
                <a:gd name="connsiteY129" fmla="*/ 1576387 h 2404142"/>
                <a:gd name="connsiteX130" fmla="*/ 1492899 w 1813956"/>
                <a:gd name="connsiteY130" fmla="*/ 1661159 h 2404142"/>
                <a:gd name="connsiteX131" fmla="*/ 1425271 w 1813956"/>
                <a:gd name="connsiteY131" fmla="*/ 1692593 h 2404142"/>
                <a:gd name="connsiteX132" fmla="*/ 1352881 w 1813956"/>
                <a:gd name="connsiteY132" fmla="*/ 1673543 h 2404142"/>
                <a:gd name="connsiteX133" fmla="*/ 1234771 w 1813956"/>
                <a:gd name="connsiteY133" fmla="*/ 1590675 h 2404142"/>
                <a:gd name="connsiteX134" fmla="*/ 1057607 w 1813956"/>
                <a:gd name="connsiteY134" fmla="*/ 1664019 h 2404142"/>
                <a:gd name="connsiteX135" fmla="*/ 1032841 w 1813956"/>
                <a:gd name="connsiteY135" fmla="*/ 1805939 h 2404142"/>
                <a:gd name="connsiteX136" fmla="*/ 1016647 w 1813956"/>
                <a:gd name="connsiteY136" fmla="*/ 1848803 h 2404142"/>
                <a:gd name="connsiteX137" fmla="*/ 993787 w 1813956"/>
                <a:gd name="connsiteY137" fmla="*/ 1871663 h 2404142"/>
                <a:gd name="connsiteX138" fmla="*/ 974739 w 1813956"/>
                <a:gd name="connsiteY138" fmla="*/ 1872615 h 2404142"/>
                <a:gd name="connsiteX139" fmla="*/ 917587 w 1813956"/>
                <a:gd name="connsiteY139" fmla="*/ 1874519 h 2404142"/>
                <a:gd name="connsiteX140" fmla="*/ 870915 w 1813956"/>
                <a:gd name="connsiteY140" fmla="*/ 1876425 h 2404142"/>
                <a:gd name="connsiteX141" fmla="*/ 870915 w 1813956"/>
                <a:gd name="connsiteY141" fmla="*/ 1292543 h 2404142"/>
                <a:gd name="connsiteX142" fmla="*/ 886155 w 1813956"/>
                <a:gd name="connsiteY142" fmla="*/ 1292543 h 2404142"/>
                <a:gd name="connsiteX143" fmla="*/ 1229055 w 1813956"/>
                <a:gd name="connsiteY143" fmla="*/ 949643 h 2404142"/>
                <a:gd name="connsiteX144" fmla="*/ 886155 w 1813956"/>
                <a:gd name="connsiteY144" fmla="*/ 606743 h 2404142"/>
                <a:gd name="connsiteX145" fmla="*/ 870915 w 1813956"/>
                <a:gd name="connsiteY145" fmla="*/ 606743 h 2404142"/>
                <a:gd name="connsiteX146" fmla="*/ 775667 w 1813956"/>
                <a:gd name="connsiteY146" fmla="*/ 0 h 2404142"/>
                <a:gd name="connsiteX147" fmla="*/ 837579 w 1813956"/>
                <a:gd name="connsiteY147" fmla="*/ 0 h 2404142"/>
                <a:gd name="connsiteX148" fmla="*/ 837579 w 1813956"/>
                <a:gd name="connsiteY148" fmla="*/ 1876425 h 2404142"/>
                <a:gd name="connsiteX149" fmla="*/ 525159 w 1813956"/>
                <a:gd name="connsiteY149" fmla="*/ 1888807 h 2404142"/>
                <a:gd name="connsiteX150" fmla="*/ 456579 w 1813956"/>
                <a:gd name="connsiteY150" fmla="*/ 1888807 h 2404142"/>
                <a:gd name="connsiteX151" fmla="*/ 18427 w 1813956"/>
                <a:gd name="connsiteY151" fmla="*/ 995362 h 2404142"/>
                <a:gd name="connsiteX152" fmla="*/ 3187 w 1813956"/>
                <a:gd name="connsiteY152" fmla="*/ 889635 h 2404142"/>
                <a:gd name="connsiteX153" fmla="*/ 775667 w 1813956"/>
                <a:gd name="connsiteY153" fmla="*/ 0 h 2404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</a:cxnLst>
              <a:rect l="l" t="t" r="r" b="b"/>
              <a:pathLst>
                <a:path w="1813956" h="2404142">
                  <a:moveTo>
                    <a:pt x="880439" y="2307907"/>
                  </a:moveTo>
                  <a:lnTo>
                    <a:pt x="882345" y="2348865"/>
                  </a:lnTo>
                  <a:cubicBezTo>
                    <a:pt x="883299" y="2375535"/>
                    <a:pt x="859485" y="2398395"/>
                    <a:pt x="829005" y="2399347"/>
                  </a:cubicBezTo>
                  <a:lnTo>
                    <a:pt x="678511" y="2404111"/>
                  </a:lnTo>
                  <a:cubicBezTo>
                    <a:pt x="648031" y="2405063"/>
                    <a:pt x="622313" y="2384107"/>
                    <a:pt x="621359" y="2357439"/>
                  </a:cubicBezTo>
                  <a:lnTo>
                    <a:pt x="620407" y="2322195"/>
                  </a:lnTo>
                  <a:close/>
                  <a:moveTo>
                    <a:pt x="912827" y="2170747"/>
                  </a:moveTo>
                  <a:cubicBezTo>
                    <a:pt x="932827" y="2169795"/>
                    <a:pt x="949973" y="2190751"/>
                    <a:pt x="949021" y="2217419"/>
                  </a:cubicBezTo>
                  <a:cubicBezTo>
                    <a:pt x="949021" y="2244091"/>
                    <a:pt x="932827" y="2267903"/>
                    <a:pt x="912827" y="2268855"/>
                  </a:cubicBezTo>
                  <a:lnTo>
                    <a:pt x="588975" y="2288857"/>
                  </a:lnTo>
                  <a:cubicBezTo>
                    <a:pt x="568973" y="2290763"/>
                    <a:pt x="552781" y="2268855"/>
                    <a:pt x="552781" y="2242183"/>
                  </a:cubicBezTo>
                  <a:cubicBezTo>
                    <a:pt x="552781" y="2215515"/>
                    <a:pt x="568973" y="2191703"/>
                    <a:pt x="588975" y="2190751"/>
                  </a:cubicBezTo>
                  <a:close/>
                  <a:moveTo>
                    <a:pt x="949021" y="2037397"/>
                  </a:moveTo>
                  <a:cubicBezTo>
                    <a:pt x="972833" y="2036443"/>
                    <a:pt x="992835" y="2057399"/>
                    <a:pt x="993787" y="2084069"/>
                  </a:cubicBezTo>
                  <a:cubicBezTo>
                    <a:pt x="993787" y="2110739"/>
                    <a:pt x="973787" y="2134551"/>
                    <a:pt x="949021" y="2135505"/>
                  </a:cubicBezTo>
                  <a:lnTo>
                    <a:pt x="553733" y="2155507"/>
                  </a:lnTo>
                  <a:cubicBezTo>
                    <a:pt x="528967" y="2157411"/>
                    <a:pt x="508967" y="2135505"/>
                    <a:pt x="508967" y="2108835"/>
                  </a:cubicBezTo>
                  <a:cubicBezTo>
                    <a:pt x="508967" y="2082165"/>
                    <a:pt x="528967" y="2058351"/>
                    <a:pt x="553733" y="2057399"/>
                  </a:cubicBezTo>
                  <a:close/>
                  <a:moveTo>
                    <a:pt x="971879" y="1904999"/>
                  </a:moveTo>
                  <a:cubicBezTo>
                    <a:pt x="998551" y="1904047"/>
                    <a:pt x="1021411" y="1925003"/>
                    <a:pt x="1021411" y="1951671"/>
                  </a:cubicBezTo>
                  <a:cubicBezTo>
                    <a:pt x="1021411" y="1978343"/>
                    <a:pt x="999503" y="2002155"/>
                    <a:pt x="971879" y="2003107"/>
                  </a:cubicBezTo>
                  <a:lnTo>
                    <a:pt x="530873" y="2023111"/>
                  </a:lnTo>
                  <a:cubicBezTo>
                    <a:pt x="503251" y="2025015"/>
                    <a:pt x="481343" y="2003107"/>
                    <a:pt x="481343" y="1976437"/>
                  </a:cubicBezTo>
                  <a:cubicBezTo>
                    <a:pt x="481343" y="1949767"/>
                    <a:pt x="503251" y="1925955"/>
                    <a:pt x="530873" y="1925003"/>
                  </a:cubicBezTo>
                  <a:close/>
                  <a:moveTo>
                    <a:pt x="408953" y="761048"/>
                  </a:moveTo>
                  <a:lnTo>
                    <a:pt x="713753" y="761048"/>
                  </a:lnTo>
                  <a:cubicBezTo>
                    <a:pt x="727087" y="761048"/>
                    <a:pt x="738519" y="772478"/>
                    <a:pt x="738519" y="785813"/>
                  </a:cubicBezTo>
                  <a:lnTo>
                    <a:pt x="738519" y="887730"/>
                  </a:lnTo>
                  <a:cubicBezTo>
                    <a:pt x="722325" y="866775"/>
                    <a:pt x="697559" y="854393"/>
                    <a:pt x="670891" y="854393"/>
                  </a:cubicBezTo>
                  <a:cubicBezTo>
                    <a:pt x="624219" y="854393"/>
                    <a:pt x="586119" y="892493"/>
                    <a:pt x="586119" y="939165"/>
                  </a:cubicBezTo>
                  <a:cubicBezTo>
                    <a:pt x="586119" y="985838"/>
                    <a:pt x="624219" y="1023938"/>
                    <a:pt x="670891" y="1023938"/>
                  </a:cubicBezTo>
                  <a:cubicBezTo>
                    <a:pt x="697559" y="1023938"/>
                    <a:pt x="722325" y="1011555"/>
                    <a:pt x="738519" y="990600"/>
                  </a:cubicBezTo>
                  <a:lnTo>
                    <a:pt x="738519" y="1091565"/>
                  </a:lnTo>
                  <a:cubicBezTo>
                    <a:pt x="738519" y="1104900"/>
                    <a:pt x="727087" y="1116330"/>
                    <a:pt x="713753" y="1116330"/>
                  </a:cubicBezTo>
                  <a:lnTo>
                    <a:pt x="576593" y="1116330"/>
                  </a:lnTo>
                  <a:lnTo>
                    <a:pt x="576593" y="1176338"/>
                  </a:lnTo>
                  <a:lnTo>
                    <a:pt x="585165" y="1181100"/>
                  </a:lnTo>
                  <a:cubicBezTo>
                    <a:pt x="601359" y="1189673"/>
                    <a:pt x="610883" y="1206819"/>
                    <a:pt x="610883" y="1224915"/>
                  </a:cubicBezTo>
                  <a:cubicBezTo>
                    <a:pt x="610883" y="1252539"/>
                    <a:pt x="588023" y="1275399"/>
                    <a:pt x="560399" y="1275399"/>
                  </a:cubicBezTo>
                  <a:cubicBezTo>
                    <a:pt x="532779" y="1275399"/>
                    <a:pt x="509919" y="1253491"/>
                    <a:pt x="510871" y="1226819"/>
                  </a:cubicBezTo>
                  <a:cubicBezTo>
                    <a:pt x="510871" y="1208723"/>
                    <a:pt x="520395" y="1191578"/>
                    <a:pt x="536587" y="1183005"/>
                  </a:cubicBezTo>
                  <a:lnTo>
                    <a:pt x="545159" y="1178243"/>
                  </a:lnTo>
                  <a:lnTo>
                    <a:pt x="545159" y="1118235"/>
                  </a:lnTo>
                  <a:lnTo>
                    <a:pt x="407999" y="1118235"/>
                  </a:lnTo>
                  <a:cubicBezTo>
                    <a:pt x="394665" y="1118235"/>
                    <a:pt x="383235" y="1106805"/>
                    <a:pt x="383235" y="1093470"/>
                  </a:cubicBezTo>
                  <a:lnTo>
                    <a:pt x="383235" y="956310"/>
                  </a:lnTo>
                  <a:lnTo>
                    <a:pt x="323227" y="956310"/>
                  </a:lnTo>
                  <a:lnTo>
                    <a:pt x="318465" y="964883"/>
                  </a:lnTo>
                  <a:cubicBezTo>
                    <a:pt x="309893" y="981075"/>
                    <a:pt x="292747" y="990600"/>
                    <a:pt x="274651" y="990600"/>
                  </a:cubicBezTo>
                  <a:cubicBezTo>
                    <a:pt x="247027" y="990600"/>
                    <a:pt x="224167" y="967740"/>
                    <a:pt x="224167" y="940118"/>
                  </a:cubicBezTo>
                  <a:cubicBezTo>
                    <a:pt x="224167" y="912495"/>
                    <a:pt x="247027" y="889635"/>
                    <a:pt x="274651" y="889635"/>
                  </a:cubicBezTo>
                  <a:cubicBezTo>
                    <a:pt x="292747" y="889635"/>
                    <a:pt x="309893" y="899160"/>
                    <a:pt x="318465" y="915353"/>
                  </a:cubicBezTo>
                  <a:lnTo>
                    <a:pt x="323227" y="923925"/>
                  </a:lnTo>
                  <a:lnTo>
                    <a:pt x="384187" y="923925"/>
                  </a:lnTo>
                  <a:lnTo>
                    <a:pt x="384187" y="785813"/>
                  </a:lnTo>
                  <a:cubicBezTo>
                    <a:pt x="384187" y="772478"/>
                    <a:pt x="395619" y="761048"/>
                    <a:pt x="408953" y="761048"/>
                  </a:cubicBezTo>
                  <a:close/>
                  <a:moveTo>
                    <a:pt x="559447" y="603885"/>
                  </a:moveTo>
                  <a:cubicBezTo>
                    <a:pt x="587071" y="603885"/>
                    <a:pt x="609931" y="626745"/>
                    <a:pt x="609931" y="654367"/>
                  </a:cubicBezTo>
                  <a:cubicBezTo>
                    <a:pt x="609931" y="672465"/>
                    <a:pt x="600407" y="689610"/>
                    <a:pt x="584213" y="698182"/>
                  </a:cubicBezTo>
                  <a:lnTo>
                    <a:pt x="575641" y="702945"/>
                  </a:lnTo>
                  <a:lnTo>
                    <a:pt x="575641" y="728662"/>
                  </a:lnTo>
                  <a:lnTo>
                    <a:pt x="544207" y="728662"/>
                  </a:lnTo>
                  <a:lnTo>
                    <a:pt x="544207" y="702945"/>
                  </a:lnTo>
                  <a:lnTo>
                    <a:pt x="535635" y="698182"/>
                  </a:lnTo>
                  <a:cubicBezTo>
                    <a:pt x="519443" y="689610"/>
                    <a:pt x="509919" y="672465"/>
                    <a:pt x="508967" y="654367"/>
                  </a:cubicBezTo>
                  <a:cubicBezTo>
                    <a:pt x="508967" y="626745"/>
                    <a:pt x="531827" y="603885"/>
                    <a:pt x="559447" y="603885"/>
                  </a:cubicBezTo>
                  <a:close/>
                  <a:moveTo>
                    <a:pt x="560401" y="567690"/>
                  </a:moveTo>
                  <a:cubicBezTo>
                    <a:pt x="513727" y="567690"/>
                    <a:pt x="475627" y="605790"/>
                    <a:pt x="475627" y="652462"/>
                  </a:cubicBezTo>
                  <a:cubicBezTo>
                    <a:pt x="475627" y="679132"/>
                    <a:pt x="488011" y="703897"/>
                    <a:pt x="509919" y="720090"/>
                  </a:cubicBezTo>
                  <a:lnTo>
                    <a:pt x="509919" y="725805"/>
                  </a:lnTo>
                  <a:lnTo>
                    <a:pt x="407047" y="725805"/>
                  </a:lnTo>
                  <a:cubicBezTo>
                    <a:pt x="374663" y="725805"/>
                    <a:pt x="347993" y="752475"/>
                    <a:pt x="347993" y="784860"/>
                  </a:cubicBezTo>
                  <a:lnTo>
                    <a:pt x="347993" y="887730"/>
                  </a:lnTo>
                  <a:lnTo>
                    <a:pt x="342279" y="887730"/>
                  </a:lnTo>
                  <a:cubicBezTo>
                    <a:pt x="326087" y="866775"/>
                    <a:pt x="300367" y="853440"/>
                    <a:pt x="273699" y="853440"/>
                  </a:cubicBezTo>
                  <a:cubicBezTo>
                    <a:pt x="227027" y="853440"/>
                    <a:pt x="188927" y="891540"/>
                    <a:pt x="188927" y="938212"/>
                  </a:cubicBezTo>
                  <a:cubicBezTo>
                    <a:pt x="188927" y="984885"/>
                    <a:pt x="227027" y="1022985"/>
                    <a:pt x="273699" y="1022985"/>
                  </a:cubicBezTo>
                  <a:cubicBezTo>
                    <a:pt x="301321" y="1022985"/>
                    <a:pt x="326087" y="1010602"/>
                    <a:pt x="342279" y="988695"/>
                  </a:cubicBezTo>
                  <a:lnTo>
                    <a:pt x="347993" y="988695"/>
                  </a:lnTo>
                  <a:lnTo>
                    <a:pt x="347993" y="1091565"/>
                  </a:lnTo>
                  <a:cubicBezTo>
                    <a:pt x="347993" y="1123950"/>
                    <a:pt x="374663" y="1150620"/>
                    <a:pt x="407047" y="1150620"/>
                  </a:cubicBezTo>
                  <a:lnTo>
                    <a:pt x="509919" y="1150620"/>
                  </a:lnTo>
                  <a:lnTo>
                    <a:pt x="509919" y="1156335"/>
                  </a:lnTo>
                  <a:cubicBezTo>
                    <a:pt x="488963" y="1172527"/>
                    <a:pt x="475627" y="1198245"/>
                    <a:pt x="475627" y="1224915"/>
                  </a:cubicBezTo>
                  <a:cubicBezTo>
                    <a:pt x="475627" y="1271587"/>
                    <a:pt x="513727" y="1311591"/>
                    <a:pt x="560401" y="1311591"/>
                  </a:cubicBezTo>
                  <a:cubicBezTo>
                    <a:pt x="607073" y="1311591"/>
                    <a:pt x="645173" y="1273491"/>
                    <a:pt x="645173" y="1226819"/>
                  </a:cubicBezTo>
                  <a:cubicBezTo>
                    <a:pt x="645173" y="1199197"/>
                    <a:pt x="632791" y="1174432"/>
                    <a:pt x="610883" y="1158240"/>
                  </a:cubicBezTo>
                  <a:lnTo>
                    <a:pt x="610883" y="1152525"/>
                  </a:lnTo>
                  <a:lnTo>
                    <a:pt x="713753" y="1152525"/>
                  </a:lnTo>
                  <a:cubicBezTo>
                    <a:pt x="746139" y="1152525"/>
                    <a:pt x="772809" y="1125855"/>
                    <a:pt x="772809" y="1093470"/>
                  </a:cubicBezTo>
                  <a:lnTo>
                    <a:pt x="772809" y="956310"/>
                  </a:lnTo>
                  <a:lnTo>
                    <a:pt x="719467" y="956310"/>
                  </a:lnTo>
                  <a:lnTo>
                    <a:pt x="714707" y="964882"/>
                  </a:lnTo>
                  <a:cubicBezTo>
                    <a:pt x="706135" y="981075"/>
                    <a:pt x="688987" y="990600"/>
                    <a:pt x="670891" y="990600"/>
                  </a:cubicBezTo>
                  <a:cubicBezTo>
                    <a:pt x="643267" y="990600"/>
                    <a:pt x="620409" y="967740"/>
                    <a:pt x="620409" y="940117"/>
                  </a:cubicBezTo>
                  <a:cubicBezTo>
                    <a:pt x="620409" y="912495"/>
                    <a:pt x="643267" y="889635"/>
                    <a:pt x="670891" y="889635"/>
                  </a:cubicBezTo>
                  <a:cubicBezTo>
                    <a:pt x="688987" y="889635"/>
                    <a:pt x="706135" y="899160"/>
                    <a:pt x="714707" y="915352"/>
                  </a:cubicBezTo>
                  <a:lnTo>
                    <a:pt x="719467" y="923925"/>
                  </a:lnTo>
                  <a:lnTo>
                    <a:pt x="772809" y="923925"/>
                  </a:lnTo>
                  <a:lnTo>
                    <a:pt x="772809" y="785812"/>
                  </a:lnTo>
                  <a:cubicBezTo>
                    <a:pt x="772809" y="753427"/>
                    <a:pt x="746139" y="726757"/>
                    <a:pt x="713753" y="726757"/>
                  </a:cubicBezTo>
                  <a:lnTo>
                    <a:pt x="610883" y="726757"/>
                  </a:lnTo>
                  <a:lnTo>
                    <a:pt x="610883" y="721042"/>
                  </a:lnTo>
                  <a:cubicBezTo>
                    <a:pt x="631839" y="704850"/>
                    <a:pt x="645173" y="679132"/>
                    <a:pt x="645173" y="652462"/>
                  </a:cubicBezTo>
                  <a:cubicBezTo>
                    <a:pt x="645173" y="605790"/>
                    <a:pt x="607073" y="567690"/>
                    <a:pt x="560401" y="567690"/>
                  </a:cubicBezTo>
                  <a:close/>
                  <a:moveTo>
                    <a:pt x="870915" y="953"/>
                  </a:moveTo>
                  <a:lnTo>
                    <a:pt x="928067" y="953"/>
                  </a:lnTo>
                  <a:cubicBezTo>
                    <a:pt x="953783" y="953"/>
                    <a:pt x="978547" y="9525"/>
                    <a:pt x="998551" y="26670"/>
                  </a:cubicBezTo>
                  <a:cubicBezTo>
                    <a:pt x="1018553" y="43815"/>
                    <a:pt x="1031887" y="66675"/>
                    <a:pt x="1035699" y="92393"/>
                  </a:cubicBezTo>
                  <a:lnTo>
                    <a:pt x="1060463" y="234315"/>
                  </a:lnTo>
                  <a:cubicBezTo>
                    <a:pt x="1122375" y="250508"/>
                    <a:pt x="1182383" y="275273"/>
                    <a:pt x="1237627" y="307658"/>
                  </a:cubicBezTo>
                  <a:lnTo>
                    <a:pt x="1353833" y="224790"/>
                  </a:lnTo>
                  <a:cubicBezTo>
                    <a:pt x="1374787" y="210503"/>
                    <a:pt x="1400507" y="203835"/>
                    <a:pt x="1426223" y="205740"/>
                  </a:cubicBezTo>
                  <a:cubicBezTo>
                    <a:pt x="1451941" y="207645"/>
                    <a:pt x="1475753" y="219075"/>
                    <a:pt x="1493851" y="237173"/>
                  </a:cubicBezTo>
                  <a:lnTo>
                    <a:pt x="1578623" y="321945"/>
                  </a:lnTo>
                  <a:cubicBezTo>
                    <a:pt x="1596721" y="340043"/>
                    <a:pt x="1608151" y="363855"/>
                    <a:pt x="1610055" y="389573"/>
                  </a:cubicBezTo>
                  <a:cubicBezTo>
                    <a:pt x="1611961" y="415290"/>
                    <a:pt x="1605293" y="441008"/>
                    <a:pt x="1590053" y="461963"/>
                  </a:cubicBezTo>
                  <a:lnTo>
                    <a:pt x="1507187" y="580073"/>
                  </a:lnTo>
                  <a:cubicBezTo>
                    <a:pt x="1539571" y="636270"/>
                    <a:pt x="1564335" y="695325"/>
                    <a:pt x="1580527" y="757238"/>
                  </a:cubicBezTo>
                  <a:lnTo>
                    <a:pt x="1722451" y="782003"/>
                  </a:lnTo>
                  <a:cubicBezTo>
                    <a:pt x="1748167" y="786765"/>
                    <a:pt x="1771027" y="799148"/>
                    <a:pt x="1788173" y="819150"/>
                  </a:cubicBezTo>
                  <a:cubicBezTo>
                    <a:pt x="1805319" y="839153"/>
                    <a:pt x="1814843" y="863918"/>
                    <a:pt x="1813891" y="888683"/>
                  </a:cubicBezTo>
                  <a:lnTo>
                    <a:pt x="1813891" y="1010603"/>
                  </a:lnTo>
                  <a:cubicBezTo>
                    <a:pt x="1813891" y="1036320"/>
                    <a:pt x="1805319" y="1061085"/>
                    <a:pt x="1788173" y="1081088"/>
                  </a:cubicBezTo>
                  <a:cubicBezTo>
                    <a:pt x="1771027" y="1101090"/>
                    <a:pt x="1748167" y="1114425"/>
                    <a:pt x="1722451" y="1118235"/>
                  </a:cubicBezTo>
                  <a:lnTo>
                    <a:pt x="1580527" y="1143000"/>
                  </a:lnTo>
                  <a:cubicBezTo>
                    <a:pt x="1564335" y="1204913"/>
                    <a:pt x="1539571" y="1264919"/>
                    <a:pt x="1507187" y="1320165"/>
                  </a:cubicBezTo>
                  <a:lnTo>
                    <a:pt x="1590053" y="1436371"/>
                  </a:lnTo>
                  <a:cubicBezTo>
                    <a:pt x="1604341" y="1457325"/>
                    <a:pt x="1611007" y="1483043"/>
                    <a:pt x="1609103" y="1508759"/>
                  </a:cubicBezTo>
                  <a:cubicBezTo>
                    <a:pt x="1607199" y="1534479"/>
                    <a:pt x="1595767" y="1558291"/>
                    <a:pt x="1577671" y="1576387"/>
                  </a:cubicBezTo>
                  <a:lnTo>
                    <a:pt x="1492899" y="1661159"/>
                  </a:lnTo>
                  <a:cubicBezTo>
                    <a:pt x="1474801" y="1679259"/>
                    <a:pt x="1450989" y="1690687"/>
                    <a:pt x="1425271" y="1692593"/>
                  </a:cubicBezTo>
                  <a:cubicBezTo>
                    <a:pt x="1399553" y="1695451"/>
                    <a:pt x="1373835" y="1687831"/>
                    <a:pt x="1352881" y="1673543"/>
                  </a:cubicBezTo>
                  <a:lnTo>
                    <a:pt x="1234771" y="1590675"/>
                  </a:lnTo>
                  <a:cubicBezTo>
                    <a:pt x="1178573" y="1623059"/>
                    <a:pt x="1119519" y="1647825"/>
                    <a:pt x="1057607" y="1664019"/>
                  </a:cubicBezTo>
                  <a:cubicBezTo>
                    <a:pt x="1057607" y="1664019"/>
                    <a:pt x="1032841" y="1805939"/>
                    <a:pt x="1032841" y="1805939"/>
                  </a:cubicBezTo>
                  <a:cubicBezTo>
                    <a:pt x="1029983" y="1821179"/>
                    <a:pt x="1024267" y="1835467"/>
                    <a:pt x="1016647" y="1848803"/>
                  </a:cubicBezTo>
                  <a:cubicBezTo>
                    <a:pt x="1011887" y="1858327"/>
                    <a:pt x="1004267" y="1868805"/>
                    <a:pt x="993787" y="1871663"/>
                  </a:cubicBezTo>
                  <a:cubicBezTo>
                    <a:pt x="988073" y="1872615"/>
                    <a:pt x="981407" y="1872615"/>
                    <a:pt x="974739" y="1872615"/>
                  </a:cubicBezTo>
                  <a:cubicBezTo>
                    <a:pt x="955687" y="1872615"/>
                    <a:pt x="936639" y="1873567"/>
                    <a:pt x="917587" y="1874519"/>
                  </a:cubicBezTo>
                  <a:cubicBezTo>
                    <a:pt x="902347" y="1875473"/>
                    <a:pt x="886155" y="1875473"/>
                    <a:pt x="870915" y="1876425"/>
                  </a:cubicBezTo>
                  <a:lnTo>
                    <a:pt x="870915" y="1292543"/>
                  </a:lnTo>
                  <a:cubicBezTo>
                    <a:pt x="875679" y="1292543"/>
                    <a:pt x="881393" y="1292543"/>
                    <a:pt x="886155" y="1292543"/>
                  </a:cubicBezTo>
                  <a:cubicBezTo>
                    <a:pt x="1075703" y="1292543"/>
                    <a:pt x="1229055" y="1139190"/>
                    <a:pt x="1229055" y="949643"/>
                  </a:cubicBezTo>
                  <a:cubicBezTo>
                    <a:pt x="1229055" y="760095"/>
                    <a:pt x="1075703" y="606743"/>
                    <a:pt x="886155" y="606743"/>
                  </a:cubicBezTo>
                  <a:cubicBezTo>
                    <a:pt x="881393" y="606743"/>
                    <a:pt x="875679" y="606743"/>
                    <a:pt x="870915" y="606743"/>
                  </a:cubicBezTo>
                  <a:close/>
                  <a:moveTo>
                    <a:pt x="775667" y="0"/>
                  </a:moveTo>
                  <a:lnTo>
                    <a:pt x="837579" y="0"/>
                  </a:lnTo>
                  <a:lnTo>
                    <a:pt x="837579" y="1876425"/>
                  </a:lnTo>
                  <a:lnTo>
                    <a:pt x="525159" y="1888807"/>
                  </a:lnTo>
                  <a:lnTo>
                    <a:pt x="456579" y="1888807"/>
                  </a:lnTo>
                  <a:cubicBezTo>
                    <a:pt x="298463" y="1378267"/>
                    <a:pt x="89867" y="1341119"/>
                    <a:pt x="18427" y="995362"/>
                  </a:cubicBezTo>
                  <a:lnTo>
                    <a:pt x="3187" y="889635"/>
                  </a:lnTo>
                  <a:cubicBezTo>
                    <a:pt x="-36817" y="449580"/>
                    <a:pt x="304179" y="30480"/>
                    <a:pt x="775667" y="0"/>
                  </a:cubicBezTo>
                  <a:close/>
                </a:path>
              </a:pathLst>
            </a:custGeom>
            <a:solidFill>
              <a:srgbClr val="404040"/>
            </a:solidFill>
            <a:ln w="31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11442228-7642-3205-E950-F3949C61E0E6}"/>
              </a:ext>
            </a:extLst>
          </p:cNvPr>
          <p:cNvSpPr/>
          <p:nvPr/>
        </p:nvSpPr>
        <p:spPr>
          <a:xfrm>
            <a:off x="7652223" y="3738368"/>
            <a:ext cx="3092689" cy="1854036"/>
          </a:xfrm>
          <a:custGeom>
            <a:avLst/>
            <a:gdLst>
              <a:gd name="connsiteX0" fmla="*/ 0 w 2597282"/>
              <a:gd name="connsiteY0" fmla="*/ 255313 h 3831336"/>
              <a:gd name="connsiteX1" fmla="*/ 255313 w 2597282"/>
              <a:gd name="connsiteY1" fmla="*/ 0 h 3831336"/>
              <a:gd name="connsiteX2" fmla="*/ 2341969 w 2597282"/>
              <a:gd name="connsiteY2" fmla="*/ 0 h 3831336"/>
              <a:gd name="connsiteX3" fmla="*/ 2597282 w 2597282"/>
              <a:gd name="connsiteY3" fmla="*/ 255313 h 3831336"/>
              <a:gd name="connsiteX4" fmla="*/ 2597282 w 2597282"/>
              <a:gd name="connsiteY4" fmla="*/ 3576023 h 3831336"/>
              <a:gd name="connsiteX5" fmla="*/ 2341969 w 2597282"/>
              <a:gd name="connsiteY5" fmla="*/ 3831336 h 3831336"/>
              <a:gd name="connsiteX6" fmla="*/ 255313 w 2597282"/>
              <a:gd name="connsiteY6" fmla="*/ 3831336 h 3831336"/>
              <a:gd name="connsiteX7" fmla="*/ 0 w 2597282"/>
              <a:gd name="connsiteY7" fmla="*/ 3576023 h 3831336"/>
              <a:gd name="connsiteX8" fmla="*/ 0 w 2597282"/>
              <a:gd name="connsiteY8" fmla="*/ 255313 h 3831336"/>
              <a:gd name="connsiteX0" fmla="*/ 255313 w 2597282"/>
              <a:gd name="connsiteY0" fmla="*/ 0 h 3831336"/>
              <a:gd name="connsiteX1" fmla="*/ 2341969 w 2597282"/>
              <a:gd name="connsiteY1" fmla="*/ 0 h 3831336"/>
              <a:gd name="connsiteX2" fmla="*/ 2597282 w 2597282"/>
              <a:gd name="connsiteY2" fmla="*/ 255313 h 3831336"/>
              <a:gd name="connsiteX3" fmla="*/ 2597282 w 2597282"/>
              <a:gd name="connsiteY3" fmla="*/ 3576023 h 3831336"/>
              <a:gd name="connsiteX4" fmla="*/ 2341969 w 2597282"/>
              <a:gd name="connsiteY4" fmla="*/ 3831336 h 3831336"/>
              <a:gd name="connsiteX5" fmla="*/ 255313 w 2597282"/>
              <a:gd name="connsiteY5" fmla="*/ 3831336 h 3831336"/>
              <a:gd name="connsiteX6" fmla="*/ 0 w 2597282"/>
              <a:gd name="connsiteY6" fmla="*/ 3576023 h 3831336"/>
              <a:gd name="connsiteX7" fmla="*/ 0 w 2597282"/>
              <a:gd name="connsiteY7" fmla="*/ 255313 h 3831336"/>
              <a:gd name="connsiteX8" fmla="*/ 346753 w 2597282"/>
              <a:gd name="connsiteY8" fmla="*/ 91440 h 3831336"/>
              <a:gd name="connsiteX0" fmla="*/ 255313 w 2597282"/>
              <a:gd name="connsiteY0" fmla="*/ 0 h 3831336"/>
              <a:gd name="connsiteX1" fmla="*/ 2341969 w 2597282"/>
              <a:gd name="connsiteY1" fmla="*/ 0 h 3831336"/>
              <a:gd name="connsiteX2" fmla="*/ 2597282 w 2597282"/>
              <a:gd name="connsiteY2" fmla="*/ 255313 h 3831336"/>
              <a:gd name="connsiteX3" fmla="*/ 2597282 w 2597282"/>
              <a:gd name="connsiteY3" fmla="*/ 3576023 h 3831336"/>
              <a:gd name="connsiteX4" fmla="*/ 2341969 w 2597282"/>
              <a:gd name="connsiteY4" fmla="*/ 3831336 h 3831336"/>
              <a:gd name="connsiteX5" fmla="*/ 255313 w 2597282"/>
              <a:gd name="connsiteY5" fmla="*/ 3831336 h 3831336"/>
              <a:gd name="connsiteX6" fmla="*/ 0 w 2597282"/>
              <a:gd name="connsiteY6" fmla="*/ 3576023 h 3831336"/>
              <a:gd name="connsiteX7" fmla="*/ 0 w 2597282"/>
              <a:gd name="connsiteY7" fmla="*/ 255313 h 3831336"/>
              <a:gd name="connsiteX0" fmla="*/ 2341969 w 2597282"/>
              <a:gd name="connsiteY0" fmla="*/ 0 h 3831336"/>
              <a:gd name="connsiteX1" fmla="*/ 2597282 w 2597282"/>
              <a:gd name="connsiteY1" fmla="*/ 255313 h 3831336"/>
              <a:gd name="connsiteX2" fmla="*/ 2597282 w 2597282"/>
              <a:gd name="connsiteY2" fmla="*/ 3576023 h 3831336"/>
              <a:gd name="connsiteX3" fmla="*/ 2341969 w 2597282"/>
              <a:gd name="connsiteY3" fmla="*/ 3831336 h 3831336"/>
              <a:gd name="connsiteX4" fmla="*/ 255313 w 2597282"/>
              <a:gd name="connsiteY4" fmla="*/ 3831336 h 3831336"/>
              <a:gd name="connsiteX5" fmla="*/ 0 w 2597282"/>
              <a:gd name="connsiteY5" fmla="*/ 3576023 h 3831336"/>
              <a:gd name="connsiteX6" fmla="*/ 0 w 2597282"/>
              <a:gd name="connsiteY6" fmla="*/ 255313 h 3831336"/>
              <a:gd name="connsiteX0" fmla="*/ 2597282 w 2597282"/>
              <a:gd name="connsiteY0" fmla="*/ 0 h 3576023"/>
              <a:gd name="connsiteX1" fmla="*/ 2597282 w 2597282"/>
              <a:gd name="connsiteY1" fmla="*/ 3320710 h 3576023"/>
              <a:gd name="connsiteX2" fmla="*/ 2341969 w 2597282"/>
              <a:gd name="connsiteY2" fmla="*/ 3576023 h 3576023"/>
              <a:gd name="connsiteX3" fmla="*/ 255313 w 2597282"/>
              <a:gd name="connsiteY3" fmla="*/ 3576023 h 3576023"/>
              <a:gd name="connsiteX4" fmla="*/ 0 w 2597282"/>
              <a:gd name="connsiteY4" fmla="*/ 3320710 h 3576023"/>
              <a:gd name="connsiteX5" fmla="*/ 0 w 2597282"/>
              <a:gd name="connsiteY5" fmla="*/ 0 h 3576023"/>
              <a:gd name="connsiteX0" fmla="*/ 2597282 w 2597282"/>
              <a:gd name="connsiteY0" fmla="*/ 0 h 3576023"/>
              <a:gd name="connsiteX1" fmla="*/ 2594464 w 2597282"/>
              <a:gd name="connsiteY1" fmla="*/ 2044998 h 3576023"/>
              <a:gd name="connsiteX2" fmla="*/ 2597282 w 2597282"/>
              <a:gd name="connsiteY2" fmla="*/ 3320710 h 3576023"/>
              <a:gd name="connsiteX3" fmla="*/ 2341969 w 2597282"/>
              <a:gd name="connsiteY3" fmla="*/ 3576023 h 3576023"/>
              <a:gd name="connsiteX4" fmla="*/ 255313 w 2597282"/>
              <a:gd name="connsiteY4" fmla="*/ 3576023 h 3576023"/>
              <a:gd name="connsiteX5" fmla="*/ 0 w 2597282"/>
              <a:gd name="connsiteY5" fmla="*/ 3320710 h 3576023"/>
              <a:gd name="connsiteX6" fmla="*/ 0 w 2597282"/>
              <a:gd name="connsiteY6" fmla="*/ 0 h 3576023"/>
              <a:gd name="connsiteX0" fmla="*/ 2594464 w 2597282"/>
              <a:gd name="connsiteY0" fmla="*/ 2044998 h 3576023"/>
              <a:gd name="connsiteX1" fmla="*/ 2597282 w 2597282"/>
              <a:gd name="connsiteY1" fmla="*/ 3320710 h 3576023"/>
              <a:gd name="connsiteX2" fmla="*/ 2341969 w 2597282"/>
              <a:gd name="connsiteY2" fmla="*/ 3576023 h 3576023"/>
              <a:gd name="connsiteX3" fmla="*/ 255313 w 2597282"/>
              <a:gd name="connsiteY3" fmla="*/ 3576023 h 3576023"/>
              <a:gd name="connsiteX4" fmla="*/ 0 w 2597282"/>
              <a:gd name="connsiteY4" fmla="*/ 3320710 h 3576023"/>
              <a:gd name="connsiteX5" fmla="*/ 0 w 2597282"/>
              <a:gd name="connsiteY5" fmla="*/ 0 h 3576023"/>
              <a:gd name="connsiteX0" fmla="*/ 2608301 w 2611119"/>
              <a:gd name="connsiteY0" fmla="*/ 2044998 h 3576023"/>
              <a:gd name="connsiteX1" fmla="*/ 2611119 w 2611119"/>
              <a:gd name="connsiteY1" fmla="*/ 3320710 h 3576023"/>
              <a:gd name="connsiteX2" fmla="*/ 2355806 w 2611119"/>
              <a:gd name="connsiteY2" fmla="*/ 3576023 h 3576023"/>
              <a:gd name="connsiteX3" fmla="*/ 269150 w 2611119"/>
              <a:gd name="connsiteY3" fmla="*/ 3576023 h 3576023"/>
              <a:gd name="connsiteX4" fmla="*/ 13837 w 2611119"/>
              <a:gd name="connsiteY4" fmla="*/ 3320710 h 3576023"/>
              <a:gd name="connsiteX5" fmla="*/ 0 w 2611119"/>
              <a:gd name="connsiteY5" fmla="*/ 2024351 h 3576023"/>
              <a:gd name="connsiteX6" fmla="*/ 13837 w 2611119"/>
              <a:gd name="connsiteY6" fmla="*/ 0 h 3576023"/>
              <a:gd name="connsiteX0" fmla="*/ 2608301 w 2611119"/>
              <a:gd name="connsiteY0" fmla="*/ 20647 h 1551672"/>
              <a:gd name="connsiteX1" fmla="*/ 2611119 w 2611119"/>
              <a:gd name="connsiteY1" fmla="*/ 1296359 h 1551672"/>
              <a:gd name="connsiteX2" fmla="*/ 2355806 w 2611119"/>
              <a:gd name="connsiteY2" fmla="*/ 1551672 h 1551672"/>
              <a:gd name="connsiteX3" fmla="*/ 269150 w 2611119"/>
              <a:gd name="connsiteY3" fmla="*/ 1551672 h 1551672"/>
              <a:gd name="connsiteX4" fmla="*/ 13837 w 2611119"/>
              <a:gd name="connsiteY4" fmla="*/ 1296359 h 1551672"/>
              <a:gd name="connsiteX5" fmla="*/ 0 w 2611119"/>
              <a:gd name="connsiteY5" fmla="*/ 0 h 155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1119" h="1551672">
                <a:moveTo>
                  <a:pt x="2608301" y="20647"/>
                </a:moveTo>
                <a:cubicBezTo>
                  <a:pt x="2609240" y="445884"/>
                  <a:pt x="2610180" y="871122"/>
                  <a:pt x="2611119" y="1296359"/>
                </a:cubicBezTo>
                <a:cubicBezTo>
                  <a:pt x="2611119" y="1437364"/>
                  <a:pt x="2496811" y="1551672"/>
                  <a:pt x="2355806" y="1551672"/>
                </a:cubicBezTo>
                <a:lnTo>
                  <a:pt x="269150" y="1551672"/>
                </a:lnTo>
                <a:cubicBezTo>
                  <a:pt x="128145" y="1551672"/>
                  <a:pt x="13837" y="1437364"/>
                  <a:pt x="13837" y="1296359"/>
                </a:cubicBezTo>
                <a:lnTo>
                  <a:pt x="0" y="0"/>
                </a:lnTo>
              </a:path>
            </a:pathLst>
          </a:custGeom>
          <a:noFill/>
          <a:ln w="6350">
            <a:solidFill>
              <a:schemeClr val="tx2">
                <a:lumMod val="75000"/>
                <a:lumOff val="25000"/>
              </a:schemeClr>
            </a:solidFill>
            <a:head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E8CDCE6-15F7-B9B8-0EA8-E66AEC068081}"/>
              </a:ext>
            </a:extLst>
          </p:cNvPr>
          <p:cNvGrpSpPr/>
          <p:nvPr/>
        </p:nvGrpSpPr>
        <p:grpSpPr>
          <a:xfrm>
            <a:off x="7753418" y="1417835"/>
            <a:ext cx="2916000" cy="3761999"/>
            <a:chOff x="7764873" y="1417835"/>
            <a:chExt cx="2916000" cy="3761999"/>
          </a:xfrm>
        </p:grpSpPr>
        <p:sp>
          <p:nvSpPr>
            <p:cNvPr id="11" name="Rectangle: Rounded Corners 139">
              <a:extLst>
                <a:ext uri="{FF2B5EF4-FFF2-40B4-BE49-F238E27FC236}">
                  <a16:creationId xmlns:a16="http://schemas.microsoft.com/office/drawing/2014/main" id="{594D69CE-423C-47AC-6BFE-1FB77B73FBB1}"/>
                </a:ext>
              </a:extLst>
            </p:cNvPr>
            <p:cNvSpPr/>
            <p:nvPr/>
          </p:nvSpPr>
          <p:spPr>
            <a:xfrm>
              <a:off x="7919206" y="1417835"/>
              <a:ext cx="2596154" cy="3761999"/>
            </a:xfrm>
            <a:prstGeom prst="roundRect">
              <a:avLst>
                <a:gd name="adj" fmla="val 7669"/>
              </a:avLst>
            </a:prstGeom>
            <a:solidFill>
              <a:schemeClr val="bg2"/>
            </a:solidFill>
            <a:ln>
              <a:noFill/>
            </a:ln>
            <a:effectLst>
              <a:outerShdw blurRad="63500" algn="ctr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ight Triangle 34">
              <a:extLst>
                <a:ext uri="{FF2B5EF4-FFF2-40B4-BE49-F238E27FC236}">
                  <a16:creationId xmlns:a16="http://schemas.microsoft.com/office/drawing/2014/main" id="{8D95A726-6C7C-8C23-2D83-A5CF9D70FFC2}"/>
                </a:ext>
              </a:extLst>
            </p:cNvPr>
            <p:cNvSpPr/>
            <p:nvPr/>
          </p:nvSpPr>
          <p:spPr>
            <a:xfrm rot="10800000">
              <a:off x="7766412" y="2707496"/>
              <a:ext cx="159727" cy="113475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ight Triangle 35">
              <a:extLst>
                <a:ext uri="{FF2B5EF4-FFF2-40B4-BE49-F238E27FC236}">
                  <a16:creationId xmlns:a16="http://schemas.microsoft.com/office/drawing/2014/main" id="{A063C09C-8B22-728C-05EE-14C9FE8815B6}"/>
                </a:ext>
              </a:extLst>
            </p:cNvPr>
            <p:cNvSpPr/>
            <p:nvPr/>
          </p:nvSpPr>
          <p:spPr>
            <a:xfrm rot="10800000" flipV="1">
              <a:off x="7766646" y="2152511"/>
              <a:ext cx="159727" cy="113475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Arrow: Pentagon 112">
              <a:extLst>
                <a:ext uri="{FF2B5EF4-FFF2-40B4-BE49-F238E27FC236}">
                  <a16:creationId xmlns:a16="http://schemas.microsoft.com/office/drawing/2014/main" id="{70CCC00D-DA83-B9F3-0408-8B3A7B2C4B40}"/>
                </a:ext>
              </a:extLst>
            </p:cNvPr>
            <p:cNvSpPr/>
            <p:nvPr/>
          </p:nvSpPr>
          <p:spPr>
            <a:xfrm>
              <a:off x="7764873" y="2264618"/>
              <a:ext cx="2916000" cy="444031"/>
            </a:xfrm>
            <a:prstGeom prst="homePlate">
              <a:avLst>
                <a:gd name="adj" fmla="val 3509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1DD06FF-3DAE-75B9-E25A-2095AD7CA80F}"/>
                </a:ext>
              </a:extLst>
            </p:cNvPr>
            <p:cNvGrpSpPr/>
            <p:nvPr/>
          </p:nvGrpSpPr>
          <p:grpSpPr>
            <a:xfrm>
              <a:off x="8912956" y="1550234"/>
              <a:ext cx="608655" cy="608658"/>
              <a:chOff x="8145123" y="2190570"/>
              <a:chExt cx="608655" cy="60865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BD9FCD2-9B8E-C247-24B7-80FAD1C3A0CA}"/>
                  </a:ext>
                </a:extLst>
              </p:cNvPr>
              <p:cNvGrpSpPr/>
              <p:nvPr/>
            </p:nvGrpSpPr>
            <p:grpSpPr>
              <a:xfrm>
                <a:off x="8145123" y="2190570"/>
                <a:ext cx="608655" cy="608658"/>
                <a:chOff x="4950373" y="1746492"/>
                <a:chExt cx="929088" cy="929091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892FF63B-A4BF-3785-D7FB-6DCAE67A7975}"/>
                    </a:ext>
                  </a:extLst>
                </p:cNvPr>
                <p:cNvSpPr/>
                <p:nvPr/>
              </p:nvSpPr>
              <p:spPr>
                <a:xfrm>
                  <a:off x="4950373" y="1746492"/>
                  <a:ext cx="929088" cy="929091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algn="ctr" rotWithShape="0">
                    <a:prstClr val="black">
                      <a:alpha val="5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29F34E55-DD81-9881-F9C4-11EAE2B178E7}"/>
                    </a:ext>
                  </a:extLst>
                </p:cNvPr>
                <p:cNvSpPr/>
                <p:nvPr/>
              </p:nvSpPr>
              <p:spPr>
                <a:xfrm>
                  <a:off x="5032621" y="1828744"/>
                  <a:ext cx="764592" cy="76458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1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Freeform: Shape 135">
                <a:extLst>
                  <a:ext uri="{FF2B5EF4-FFF2-40B4-BE49-F238E27FC236}">
                    <a16:creationId xmlns:a16="http://schemas.microsoft.com/office/drawing/2014/main" id="{ADE53870-A789-BF28-43DD-59123DD95AB8}"/>
                  </a:ext>
                </a:extLst>
              </p:cNvPr>
              <p:cNvSpPr/>
              <p:nvPr/>
            </p:nvSpPr>
            <p:spPr>
              <a:xfrm>
                <a:off x="8290668" y="2355682"/>
                <a:ext cx="358930" cy="278432"/>
              </a:xfrm>
              <a:custGeom>
                <a:avLst/>
                <a:gdLst>
                  <a:gd name="connsiteX0" fmla="*/ 6087375 w 8834576"/>
                  <a:gd name="connsiteY0" fmla="*/ 4976652 h 6853199"/>
                  <a:gd name="connsiteX1" fmla="*/ 5968140 w 8834576"/>
                  <a:gd name="connsiteY1" fmla="*/ 5095886 h 6853199"/>
                  <a:gd name="connsiteX2" fmla="*/ 6087375 w 8834576"/>
                  <a:gd name="connsiteY2" fmla="*/ 5215121 h 6853199"/>
                  <a:gd name="connsiteX3" fmla="*/ 6206610 w 8834576"/>
                  <a:gd name="connsiteY3" fmla="*/ 5095886 h 6853199"/>
                  <a:gd name="connsiteX4" fmla="*/ 6087375 w 8834576"/>
                  <a:gd name="connsiteY4" fmla="*/ 4976652 h 6853199"/>
                  <a:gd name="connsiteX5" fmla="*/ 5718467 w 8834576"/>
                  <a:gd name="connsiteY5" fmla="*/ 4913433 h 6853199"/>
                  <a:gd name="connsiteX6" fmla="*/ 5599233 w 8834576"/>
                  <a:gd name="connsiteY6" fmla="*/ 5032668 h 6853199"/>
                  <a:gd name="connsiteX7" fmla="*/ 5718467 w 8834576"/>
                  <a:gd name="connsiteY7" fmla="*/ 5151903 h 6853199"/>
                  <a:gd name="connsiteX8" fmla="*/ 5837702 w 8834576"/>
                  <a:gd name="connsiteY8" fmla="*/ 5032668 h 6853199"/>
                  <a:gd name="connsiteX9" fmla="*/ 5718467 w 8834576"/>
                  <a:gd name="connsiteY9" fmla="*/ 4913433 h 6853199"/>
                  <a:gd name="connsiteX10" fmla="*/ 5327954 w 8834576"/>
                  <a:gd name="connsiteY10" fmla="*/ 4819806 h 6853199"/>
                  <a:gd name="connsiteX11" fmla="*/ 5211120 w 8834576"/>
                  <a:gd name="connsiteY11" fmla="*/ 4921435 h 6853199"/>
                  <a:gd name="connsiteX12" fmla="*/ 5259134 w 8834576"/>
                  <a:gd name="connsiteY12" fmla="*/ 4999058 h 6853199"/>
                  <a:gd name="connsiteX13" fmla="*/ 5235927 w 8834576"/>
                  <a:gd name="connsiteY13" fmla="*/ 5013462 h 6853199"/>
                  <a:gd name="connsiteX14" fmla="*/ 5327954 w 8834576"/>
                  <a:gd name="connsiteY14" fmla="*/ 5058275 h 6853199"/>
                  <a:gd name="connsiteX15" fmla="*/ 5447189 w 8834576"/>
                  <a:gd name="connsiteY15" fmla="*/ 4939041 h 6853199"/>
                  <a:gd name="connsiteX16" fmla="*/ 5327954 w 8834576"/>
                  <a:gd name="connsiteY16" fmla="*/ 4819806 h 6853199"/>
                  <a:gd name="connsiteX17" fmla="*/ 6087375 w 8834576"/>
                  <a:gd name="connsiteY17" fmla="*/ 3780303 h 6853199"/>
                  <a:gd name="connsiteX18" fmla="*/ 5968140 w 8834576"/>
                  <a:gd name="connsiteY18" fmla="*/ 3899537 h 6853199"/>
                  <a:gd name="connsiteX19" fmla="*/ 6087375 w 8834576"/>
                  <a:gd name="connsiteY19" fmla="*/ 4018772 h 6853199"/>
                  <a:gd name="connsiteX20" fmla="*/ 6206610 w 8834576"/>
                  <a:gd name="connsiteY20" fmla="*/ 3899537 h 6853199"/>
                  <a:gd name="connsiteX21" fmla="*/ 6087375 w 8834576"/>
                  <a:gd name="connsiteY21" fmla="*/ 3780303 h 6853199"/>
                  <a:gd name="connsiteX22" fmla="*/ 5718467 w 8834576"/>
                  <a:gd name="connsiteY22" fmla="*/ 3717084 h 6853199"/>
                  <a:gd name="connsiteX23" fmla="*/ 5599233 w 8834576"/>
                  <a:gd name="connsiteY23" fmla="*/ 3836319 h 6853199"/>
                  <a:gd name="connsiteX24" fmla="*/ 5718467 w 8834576"/>
                  <a:gd name="connsiteY24" fmla="*/ 3955554 h 6853199"/>
                  <a:gd name="connsiteX25" fmla="*/ 5837702 w 8834576"/>
                  <a:gd name="connsiteY25" fmla="*/ 3836319 h 6853199"/>
                  <a:gd name="connsiteX26" fmla="*/ 5718467 w 8834576"/>
                  <a:gd name="connsiteY26" fmla="*/ 3717084 h 6853199"/>
                  <a:gd name="connsiteX27" fmla="*/ 5327954 w 8834576"/>
                  <a:gd name="connsiteY27" fmla="*/ 3623457 h 6853199"/>
                  <a:gd name="connsiteX28" fmla="*/ 5208719 w 8834576"/>
                  <a:gd name="connsiteY28" fmla="*/ 3742692 h 6853199"/>
                  <a:gd name="connsiteX29" fmla="*/ 5327954 w 8834576"/>
                  <a:gd name="connsiteY29" fmla="*/ 3861926 h 6853199"/>
                  <a:gd name="connsiteX30" fmla="*/ 5447189 w 8834576"/>
                  <a:gd name="connsiteY30" fmla="*/ 3742692 h 6853199"/>
                  <a:gd name="connsiteX31" fmla="*/ 5327954 w 8834576"/>
                  <a:gd name="connsiteY31" fmla="*/ 3623457 h 6853199"/>
                  <a:gd name="connsiteX32" fmla="*/ 2370291 w 8834576"/>
                  <a:gd name="connsiteY32" fmla="*/ 3583445 h 6853199"/>
                  <a:gd name="connsiteX33" fmla="*/ 1466828 w 8834576"/>
                  <a:gd name="connsiteY33" fmla="*/ 5202317 h 6853199"/>
                  <a:gd name="connsiteX34" fmla="*/ 1825332 w 8834576"/>
                  <a:gd name="connsiteY34" fmla="*/ 5813696 h 6853199"/>
                  <a:gd name="connsiteX35" fmla="*/ 2808819 w 8834576"/>
                  <a:gd name="connsiteY35" fmla="*/ 5813696 h 6853199"/>
                  <a:gd name="connsiteX36" fmla="*/ 3192931 w 8834576"/>
                  <a:gd name="connsiteY36" fmla="*/ 5183912 h 6853199"/>
                  <a:gd name="connsiteX37" fmla="*/ 6087375 w 8834576"/>
                  <a:gd name="connsiteY37" fmla="*/ 2587955 h 6853199"/>
                  <a:gd name="connsiteX38" fmla="*/ 5968140 w 8834576"/>
                  <a:gd name="connsiteY38" fmla="*/ 2707189 h 6853199"/>
                  <a:gd name="connsiteX39" fmla="*/ 6087375 w 8834576"/>
                  <a:gd name="connsiteY39" fmla="*/ 2826424 h 6853199"/>
                  <a:gd name="connsiteX40" fmla="*/ 6206609 w 8834576"/>
                  <a:gd name="connsiteY40" fmla="*/ 2707189 h 6853199"/>
                  <a:gd name="connsiteX41" fmla="*/ 6087375 w 8834576"/>
                  <a:gd name="connsiteY41" fmla="*/ 2587955 h 6853199"/>
                  <a:gd name="connsiteX42" fmla="*/ 5718467 w 8834576"/>
                  <a:gd name="connsiteY42" fmla="*/ 2524736 h 6853199"/>
                  <a:gd name="connsiteX43" fmla="*/ 5599232 w 8834576"/>
                  <a:gd name="connsiteY43" fmla="*/ 2643971 h 6853199"/>
                  <a:gd name="connsiteX44" fmla="*/ 5718467 w 8834576"/>
                  <a:gd name="connsiteY44" fmla="*/ 2763206 h 6853199"/>
                  <a:gd name="connsiteX45" fmla="*/ 5837702 w 8834576"/>
                  <a:gd name="connsiteY45" fmla="*/ 2643971 h 6853199"/>
                  <a:gd name="connsiteX46" fmla="*/ 5718467 w 8834576"/>
                  <a:gd name="connsiteY46" fmla="*/ 2524736 h 6853199"/>
                  <a:gd name="connsiteX47" fmla="*/ 5327953 w 8834576"/>
                  <a:gd name="connsiteY47" fmla="*/ 2431109 h 6853199"/>
                  <a:gd name="connsiteX48" fmla="*/ 5208718 w 8834576"/>
                  <a:gd name="connsiteY48" fmla="*/ 2550344 h 6853199"/>
                  <a:gd name="connsiteX49" fmla="*/ 5327953 w 8834576"/>
                  <a:gd name="connsiteY49" fmla="*/ 2669578 h 6853199"/>
                  <a:gd name="connsiteX50" fmla="*/ 5447188 w 8834576"/>
                  <a:gd name="connsiteY50" fmla="*/ 2550344 h 6853199"/>
                  <a:gd name="connsiteX51" fmla="*/ 5327953 w 8834576"/>
                  <a:gd name="connsiteY51" fmla="*/ 2431109 h 6853199"/>
                  <a:gd name="connsiteX52" fmla="*/ 5077480 w 8834576"/>
                  <a:gd name="connsiteY52" fmla="*/ 1879748 h 6853199"/>
                  <a:gd name="connsiteX53" fmla="*/ 5577626 w 8834576"/>
                  <a:gd name="connsiteY53" fmla="*/ 2056600 h 6853199"/>
                  <a:gd name="connsiteX54" fmla="*/ 6956428 w 8834576"/>
                  <a:gd name="connsiteY54" fmla="*/ 2175834 h 6853199"/>
                  <a:gd name="connsiteX55" fmla="*/ 8335230 w 8834576"/>
                  <a:gd name="connsiteY55" fmla="*/ 2056600 h 6853199"/>
                  <a:gd name="connsiteX56" fmla="*/ 8833776 w 8834576"/>
                  <a:gd name="connsiteY56" fmla="*/ 1880548 h 6853199"/>
                  <a:gd name="connsiteX57" fmla="*/ 8833776 w 8834576"/>
                  <a:gd name="connsiteY57" fmla="*/ 2828025 h 6853199"/>
                  <a:gd name="connsiteX58" fmla="*/ 8312023 w 8834576"/>
                  <a:gd name="connsiteY58" fmla="*/ 3058492 h 6853199"/>
                  <a:gd name="connsiteX59" fmla="*/ 6955628 w 8834576"/>
                  <a:gd name="connsiteY59" fmla="*/ 3175326 h 6853199"/>
                  <a:gd name="connsiteX60" fmla="*/ 5599232 w 8834576"/>
                  <a:gd name="connsiteY60" fmla="*/ 3058492 h 6853199"/>
                  <a:gd name="connsiteX61" fmla="*/ 5077480 w 8834576"/>
                  <a:gd name="connsiteY61" fmla="*/ 2828025 h 6853199"/>
                  <a:gd name="connsiteX62" fmla="*/ 6954027 w 8834576"/>
                  <a:gd name="connsiteY62" fmla="*/ 1287575 h 6853199"/>
                  <a:gd name="connsiteX63" fmla="*/ 8310422 w 8834576"/>
                  <a:gd name="connsiteY63" fmla="*/ 1404409 h 6853199"/>
                  <a:gd name="connsiteX64" fmla="*/ 8832174 w 8834576"/>
                  <a:gd name="connsiteY64" fmla="*/ 1634876 h 6853199"/>
                  <a:gd name="connsiteX65" fmla="*/ 8310422 w 8834576"/>
                  <a:gd name="connsiteY65" fmla="*/ 1865344 h 6853199"/>
                  <a:gd name="connsiteX66" fmla="*/ 6954027 w 8834576"/>
                  <a:gd name="connsiteY66" fmla="*/ 1982178 h 6853199"/>
                  <a:gd name="connsiteX67" fmla="*/ 5597631 w 8834576"/>
                  <a:gd name="connsiteY67" fmla="*/ 1865344 h 6853199"/>
                  <a:gd name="connsiteX68" fmla="*/ 5075879 w 8834576"/>
                  <a:gd name="connsiteY68" fmla="*/ 1634876 h 6853199"/>
                  <a:gd name="connsiteX69" fmla="*/ 5597631 w 8834576"/>
                  <a:gd name="connsiteY69" fmla="*/ 1404409 h 6853199"/>
                  <a:gd name="connsiteX70" fmla="*/ 6954027 w 8834576"/>
                  <a:gd name="connsiteY70" fmla="*/ 1287575 h 6853199"/>
                  <a:gd name="connsiteX71" fmla="*/ 1825332 w 8834576"/>
                  <a:gd name="connsiteY71" fmla="*/ 1040303 h 6853199"/>
                  <a:gd name="connsiteX72" fmla="*/ 1594065 w 8834576"/>
                  <a:gd name="connsiteY72" fmla="*/ 1535648 h 6853199"/>
                  <a:gd name="connsiteX73" fmla="*/ 2379094 w 8834576"/>
                  <a:gd name="connsiteY73" fmla="*/ 3063293 h 6853199"/>
                  <a:gd name="connsiteX74" fmla="*/ 3167324 w 8834576"/>
                  <a:gd name="connsiteY74" fmla="*/ 1651682 h 6853199"/>
                  <a:gd name="connsiteX75" fmla="*/ 2808819 w 8834576"/>
                  <a:gd name="connsiteY75" fmla="*/ 1040303 h 6853199"/>
                  <a:gd name="connsiteX76" fmla="*/ 917067 w 8834576"/>
                  <a:gd name="connsiteY76" fmla="*/ 0 h 6853199"/>
                  <a:gd name="connsiteX77" fmla="*/ 1825332 w 8834576"/>
                  <a:gd name="connsiteY77" fmla="*/ 794632 h 6853199"/>
                  <a:gd name="connsiteX78" fmla="*/ 2808819 w 8834576"/>
                  <a:gd name="connsiteY78" fmla="*/ 794632 h 6853199"/>
                  <a:gd name="connsiteX79" fmla="*/ 3717084 w 8834576"/>
                  <a:gd name="connsiteY79" fmla="*/ 0 h 6853199"/>
                  <a:gd name="connsiteX80" fmla="*/ 4634151 w 8834576"/>
                  <a:gd name="connsiteY80" fmla="*/ 917868 h 6853199"/>
                  <a:gd name="connsiteX81" fmla="*/ 3717084 w 8834576"/>
                  <a:gd name="connsiteY81" fmla="*/ 1834935 h 6853199"/>
                  <a:gd name="connsiteX82" fmla="*/ 3380986 w 8834576"/>
                  <a:gd name="connsiteY82" fmla="*/ 1770917 h 6853199"/>
                  <a:gd name="connsiteX83" fmla="*/ 2525537 w 8834576"/>
                  <a:gd name="connsiteY83" fmla="*/ 3304164 h 6853199"/>
                  <a:gd name="connsiteX84" fmla="*/ 5077481 w 8834576"/>
                  <a:gd name="connsiteY84" fmla="*/ 3304164 h 6853199"/>
                  <a:gd name="connsiteX85" fmla="*/ 5077481 w 8834576"/>
                  <a:gd name="connsiteY85" fmla="*/ 3074497 h 6853199"/>
                  <a:gd name="connsiteX86" fmla="*/ 5577627 w 8834576"/>
                  <a:gd name="connsiteY86" fmla="*/ 3251348 h 6853199"/>
                  <a:gd name="connsiteX87" fmla="*/ 6956429 w 8834576"/>
                  <a:gd name="connsiteY87" fmla="*/ 3370583 h 6853199"/>
                  <a:gd name="connsiteX88" fmla="*/ 8332830 w 8834576"/>
                  <a:gd name="connsiteY88" fmla="*/ 3251348 h 6853199"/>
                  <a:gd name="connsiteX89" fmla="*/ 8832976 w 8834576"/>
                  <a:gd name="connsiteY89" fmla="*/ 3074497 h 6853199"/>
                  <a:gd name="connsiteX90" fmla="*/ 8832976 w 8834576"/>
                  <a:gd name="connsiteY90" fmla="*/ 4022773 h 6853199"/>
                  <a:gd name="connsiteX91" fmla="*/ 8311223 w 8834576"/>
                  <a:gd name="connsiteY91" fmla="*/ 4253241 h 6853199"/>
                  <a:gd name="connsiteX92" fmla="*/ 6954828 w 8834576"/>
                  <a:gd name="connsiteY92" fmla="*/ 4370075 h 6853199"/>
                  <a:gd name="connsiteX93" fmla="*/ 5598432 w 8834576"/>
                  <a:gd name="connsiteY93" fmla="*/ 4253241 h 6853199"/>
                  <a:gd name="connsiteX94" fmla="*/ 5076681 w 8834576"/>
                  <a:gd name="connsiteY94" fmla="*/ 4022773 h 6853199"/>
                  <a:gd name="connsiteX95" fmla="*/ 5076681 w 8834576"/>
                  <a:gd name="connsiteY95" fmla="*/ 3549035 h 6853199"/>
                  <a:gd name="connsiteX96" fmla="*/ 2627166 w 8834576"/>
                  <a:gd name="connsiteY96" fmla="*/ 3549035 h 6853199"/>
                  <a:gd name="connsiteX97" fmla="*/ 3408994 w 8834576"/>
                  <a:gd name="connsiteY97" fmla="*/ 5071079 h 6853199"/>
                  <a:gd name="connsiteX98" fmla="*/ 3715483 w 8834576"/>
                  <a:gd name="connsiteY98" fmla="*/ 5018264 h 6853199"/>
                  <a:gd name="connsiteX99" fmla="*/ 4348468 w 8834576"/>
                  <a:gd name="connsiteY99" fmla="*/ 5272738 h 6853199"/>
                  <a:gd name="connsiteX100" fmla="*/ 5076681 w 8834576"/>
                  <a:gd name="connsiteY100" fmla="*/ 4821406 h 6853199"/>
                  <a:gd name="connsiteX101" fmla="*/ 5076681 w 8834576"/>
                  <a:gd name="connsiteY101" fmla="*/ 4270045 h 6853199"/>
                  <a:gd name="connsiteX102" fmla="*/ 5576827 w 8834576"/>
                  <a:gd name="connsiteY102" fmla="*/ 4446897 h 6853199"/>
                  <a:gd name="connsiteX103" fmla="*/ 6955628 w 8834576"/>
                  <a:gd name="connsiteY103" fmla="*/ 4566132 h 6853199"/>
                  <a:gd name="connsiteX104" fmla="*/ 8334430 w 8834576"/>
                  <a:gd name="connsiteY104" fmla="*/ 4446897 h 6853199"/>
                  <a:gd name="connsiteX105" fmla="*/ 8834576 w 8834576"/>
                  <a:gd name="connsiteY105" fmla="*/ 4270045 h 6853199"/>
                  <a:gd name="connsiteX106" fmla="*/ 8834576 w 8834576"/>
                  <a:gd name="connsiteY106" fmla="*/ 5218322 h 6853199"/>
                  <a:gd name="connsiteX107" fmla="*/ 8312825 w 8834576"/>
                  <a:gd name="connsiteY107" fmla="*/ 5448789 h 6853199"/>
                  <a:gd name="connsiteX108" fmla="*/ 6956429 w 8834576"/>
                  <a:gd name="connsiteY108" fmla="*/ 5565623 h 6853199"/>
                  <a:gd name="connsiteX109" fmla="*/ 5600033 w 8834576"/>
                  <a:gd name="connsiteY109" fmla="*/ 5448789 h 6853199"/>
                  <a:gd name="connsiteX110" fmla="*/ 5078281 w 8834576"/>
                  <a:gd name="connsiteY110" fmla="*/ 5218322 h 6853199"/>
                  <a:gd name="connsiteX111" fmla="*/ 5078281 w 8834576"/>
                  <a:gd name="connsiteY111" fmla="*/ 5110290 h 6853199"/>
                  <a:gd name="connsiteX112" fmla="*/ 4504514 w 8834576"/>
                  <a:gd name="connsiteY112" fmla="*/ 5466394 h 6853199"/>
                  <a:gd name="connsiteX113" fmla="*/ 4634151 w 8834576"/>
                  <a:gd name="connsiteY113" fmla="*/ 5936131 h 6853199"/>
                  <a:gd name="connsiteX114" fmla="*/ 3717084 w 8834576"/>
                  <a:gd name="connsiteY114" fmla="*/ 6853199 h 6853199"/>
                  <a:gd name="connsiteX115" fmla="*/ 2808819 w 8834576"/>
                  <a:gd name="connsiteY115" fmla="*/ 6058567 h 6853199"/>
                  <a:gd name="connsiteX116" fmla="*/ 1825332 w 8834576"/>
                  <a:gd name="connsiteY116" fmla="*/ 6058567 h 6853199"/>
                  <a:gd name="connsiteX117" fmla="*/ 917067 w 8834576"/>
                  <a:gd name="connsiteY117" fmla="*/ 6853199 h 6853199"/>
                  <a:gd name="connsiteX118" fmla="*/ 0 w 8834576"/>
                  <a:gd name="connsiteY118" fmla="*/ 5936131 h 6853199"/>
                  <a:gd name="connsiteX119" fmla="*/ 916267 w 8834576"/>
                  <a:gd name="connsiteY119" fmla="*/ 5019064 h 6853199"/>
                  <a:gd name="connsiteX120" fmla="*/ 1252365 w 8834576"/>
                  <a:gd name="connsiteY120" fmla="*/ 5083083 h 6853199"/>
                  <a:gd name="connsiteX121" fmla="*/ 2107815 w 8834576"/>
                  <a:gd name="connsiteY121" fmla="*/ 3549035 h 6853199"/>
                  <a:gd name="connsiteX122" fmla="*/ 1825332 w 8834576"/>
                  <a:gd name="connsiteY122" fmla="*/ 3549035 h 6853199"/>
                  <a:gd name="connsiteX123" fmla="*/ 917067 w 8834576"/>
                  <a:gd name="connsiteY123" fmla="*/ 4343667 h 6853199"/>
                  <a:gd name="connsiteX124" fmla="*/ 0 w 8834576"/>
                  <a:gd name="connsiteY124" fmla="*/ 3426600 h 6853199"/>
                  <a:gd name="connsiteX125" fmla="*/ 917067 w 8834576"/>
                  <a:gd name="connsiteY125" fmla="*/ 2509532 h 6853199"/>
                  <a:gd name="connsiteX126" fmla="*/ 1825332 w 8834576"/>
                  <a:gd name="connsiteY126" fmla="*/ 3304164 h 6853199"/>
                  <a:gd name="connsiteX127" fmla="*/ 2227049 w 8834576"/>
                  <a:gd name="connsiteY127" fmla="*/ 3304164 h 6853199"/>
                  <a:gd name="connsiteX128" fmla="*/ 1401209 w 8834576"/>
                  <a:gd name="connsiteY128" fmla="*/ 1696495 h 6853199"/>
                  <a:gd name="connsiteX129" fmla="*/ 917067 w 8834576"/>
                  <a:gd name="connsiteY129" fmla="*/ 1834935 h 6853199"/>
                  <a:gd name="connsiteX130" fmla="*/ 0 w 8834576"/>
                  <a:gd name="connsiteY130" fmla="*/ 917067 h 6853199"/>
                  <a:gd name="connsiteX131" fmla="*/ 917067 w 8834576"/>
                  <a:gd name="connsiteY131" fmla="*/ 0 h 685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</a:cxnLst>
                <a:rect l="l" t="t" r="r" b="b"/>
                <a:pathLst>
                  <a:path w="8834576" h="6853199">
                    <a:moveTo>
                      <a:pt x="6087375" y="4976652"/>
                    </a:moveTo>
                    <a:cubicBezTo>
                      <a:pt x="6022556" y="4976652"/>
                      <a:pt x="5968140" y="5030267"/>
                      <a:pt x="5968140" y="5095886"/>
                    </a:cubicBezTo>
                    <a:cubicBezTo>
                      <a:pt x="5968140" y="5161506"/>
                      <a:pt x="6021756" y="5215121"/>
                      <a:pt x="6087375" y="5215121"/>
                    </a:cubicBezTo>
                    <a:cubicBezTo>
                      <a:pt x="6155395" y="5215121"/>
                      <a:pt x="6208210" y="5161506"/>
                      <a:pt x="6206610" y="5095886"/>
                    </a:cubicBezTo>
                    <a:cubicBezTo>
                      <a:pt x="6206610" y="5030267"/>
                      <a:pt x="6152995" y="4976652"/>
                      <a:pt x="6087375" y="4976652"/>
                    </a:cubicBezTo>
                    <a:close/>
                    <a:moveTo>
                      <a:pt x="5718467" y="4913433"/>
                    </a:moveTo>
                    <a:cubicBezTo>
                      <a:pt x="5653649" y="4913433"/>
                      <a:pt x="5599233" y="4967049"/>
                      <a:pt x="5599233" y="5032668"/>
                    </a:cubicBezTo>
                    <a:cubicBezTo>
                      <a:pt x="5599233" y="5098287"/>
                      <a:pt x="5652849" y="5151903"/>
                      <a:pt x="5718467" y="5151903"/>
                    </a:cubicBezTo>
                    <a:cubicBezTo>
                      <a:pt x="5784087" y="5151903"/>
                      <a:pt x="5837702" y="5098287"/>
                      <a:pt x="5837702" y="5032668"/>
                    </a:cubicBezTo>
                    <a:cubicBezTo>
                      <a:pt x="5837702" y="4967049"/>
                      <a:pt x="5784087" y="4913433"/>
                      <a:pt x="5718467" y="4913433"/>
                    </a:cubicBezTo>
                    <a:close/>
                    <a:moveTo>
                      <a:pt x="5327954" y="4819806"/>
                    </a:moveTo>
                    <a:cubicBezTo>
                      <a:pt x="5268737" y="4819806"/>
                      <a:pt x="5219122" y="4863819"/>
                      <a:pt x="5211120" y="4921435"/>
                    </a:cubicBezTo>
                    <a:lnTo>
                      <a:pt x="5259134" y="4999058"/>
                    </a:lnTo>
                    <a:lnTo>
                      <a:pt x="5235927" y="5013462"/>
                    </a:lnTo>
                    <a:cubicBezTo>
                      <a:pt x="5257533" y="5040670"/>
                      <a:pt x="5290343" y="5058275"/>
                      <a:pt x="5327954" y="5058275"/>
                    </a:cubicBezTo>
                    <a:cubicBezTo>
                      <a:pt x="5393573" y="5058275"/>
                      <a:pt x="5447189" y="5002259"/>
                      <a:pt x="5447189" y="4939041"/>
                    </a:cubicBezTo>
                    <a:cubicBezTo>
                      <a:pt x="5447189" y="4873421"/>
                      <a:pt x="5393573" y="4819806"/>
                      <a:pt x="5327954" y="4819806"/>
                    </a:cubicBezTo>
                    <a:close/>
                    <a:moveTo>
                      <a:pt x="6087375" y="3780303"/>
                    </a:moveTo>
                    <a:cubicBezTo>
                      <a:pt x="6021756" y="3780303"/>
                      <a:pt x="5968140" y="3833918"/>
                      <a:pt x="5968140" y="3899537"/>
                    </a:cubicBezTo>
                    <a:cubicBezTo>
                      <a:pt x="5968140" y="3965156"/>
                      <a:pt x="6021756" y="4018772"/>
                      <a:pt x="6087375" y="4018772"/>
                    </a:cubicBezTo>
                    <a:cubicBezTo>
                      <a:pt x="6155395" y="4018772"/>
                      <a:pt x="6209011" y="3965156"/>
                      <a:pt x="6206610" y="3899537"/>
                    </a:cubicBezTo>
                    <a:cubicBezTo>
                      <a:pt x="6206610" y="3833918"/>
                      <a:pt x="6152995" y="3780303"/>
                      <a:pt x="6087375" y="3780303"/>
                    </a:cubicBezTo>
                    <a:close/>
                    <a:moveTo>
                      <a:pt x="5718467" y="3717084"/>
                    </a:moveTo>
                    <a:cubicBezTo>
                      <a:pt x="5652849" y="3717084"/>
                      <a:pt x="5599233" y="3770700"/>
                      <a:pt x="5599233" y="3836319"/>
                    </a:cubicBezTo>
                    <a:cubicBezTo>
                      <a:pt x="5599233" y="3901938"/>
                      <a:pt x="5652849" y="3955554"/>
                      <a:pt x="5718467" y="3955554"/>
                    </a:cubicBezTo>
                    <a:cubicBezTo>
                      <a:pt x="5784087" y="3955554"/>
                      <a:pt x="5837702" y="3900338"/>
                      <a:pt x="5837702" y="3836319"/>
                    </a:cubicBezTo>
                    <a:cubicBezTo>
                      <a:pt x="5837702" y="3770700"/>
                      <a:pt x="5784087" y="3717084"/>
                      <a:pt x="5718467" y="3717084"/>
                    </a:cubicBezTo>
                    <a:close/>
                    <a:moveTo>
                      <a:pt x="5327954" y="3623457"/>
                    </a:moveTo>
                    <a:cubicBezTo>
                      <a:pt x="5262334" y="3623457"/>
                      <a:pt x="5208719" y="3677072"/>
                      <a:pt x="5208719" y="3742692"/>
                    </a:cubicBezTo>
                    <a:cubicBezTo>
                      <a:pt x="5208719" y="3808311"/>
                      <a:pt x="5262334" y="3861926"/>
                      <a:pt x="5327954" y="3861926"/>
                    </a:cubicBezTo>
                    <a:cubicBezTo>
                      <a:pt x="5393573" y="3861926"/>
                      <a:pt x="5447189" y="3806710"/>
                      <a:pt x="5447189" y="3742692"/>
                    </a:cubicBezTo>
                    <a:cubicBezTo>
                      <a:pt x="5447189" y="3677072"/>
                      <a:pt x="5393573" y="3623457"/>
                      <a:pt x="5327954" y="3623457"/>
                    </a:cubicBezTo>
                    <a:close/>
                    <a:moveTo>
                      <a:pt x="2370291" y="3583445"/>
                    </a:moveTo>
                    <a:lnTo>
                      <a:pt x="1466828" y="5202317"/>
                    </a:lnTo>
                    <a:cubicBezTo>
                      <a:pt x="1658884" y="5346359"/>
                      <a:pt x="1791722" y="5564023"/>
                      <a:pt x="1825332" y="5813696"/>
                    </a:cubicBezTo>
                    <a:lnTo>
                      <a:pt x="2808819" y="5813696"/>
                    </a:lnTo>
                    <a:cubicBezTo>
                      <a:pt x="2843229" y="5553620"/>
                      <a:pt x="2987271" y="5327954"/>
                      <a:pt x="3192931" y="5183912"/>
                    </a:cubicBezTo>
                    <a:close/>
                    <a:moveTo>
                      <a:pt x="6087375" y="2587955"/>
                    </a:moveTo>
                    <a:cubicBezTo>
                      <a:pt x="6021755" y="2587955"/>
                      <a:pt x="5968140" y="2641570"/>
                      <a:pt x="5968140" y="2707189"/>
                    </a:cubicBezTo>
                    <a:cubicBezTo>
                      <a:pt x="5968140" y="2772809"/>
                      <a:pt x="6021755" y="2826424"/>
                      <a:pt x="6087375" y="2826424"/>
                    </a:cubicBezTo>
                    <a:cubicBezTo>
                      <a:pt x="6155394" y="2826424"/>
                      <a:pt x="6209010" y="2772809"/>
                      <a:pt x="6206609" y="2707189"/>
                    </a:cubicBezTo>
                    <a:cubicBezTo>
                      <a:pt x="6206609" y="2641570"/>
                      <a:pt x="6152994" y="2587955"/>
                      <a:pt x="6087375" y="2587955"/>
                    </a:cubicBezTo>
                    <a:close/>
                    <a:moveTo>
                      <a:pt x="5718467" y="2524736"/>
                    </a:moveTo>
                    <a:cubicBezTo>
                      <a:pt x="5652848" y="2524736"/>
                      <a:pt x="5599232" y="2578352"/>
                      <a:pt x="5599232" y="2643971"/>
                    </a:cubicBezTo>
                    <a:cubicBezTo>
                      <a:pt x="5599232" y="2709590"/>
                      <a:pt x="5652848" y="2763206"/>
                      <a:pt x="5718467" y="2763206"/>
                    </a:cubicBezTo>
                    <a:cubicBezTo>
                      <a:pt x="5784086" y="2763206"/>
                      <a:pt x="5837702" y="2707189"/>
                      <a:pt x="5837702" y="2643971"/>
                    </a:cubicBezTo>
                    <a:cubicBezTo>
                      <a:pt x="5837702" y="2578352"/>
                      <a:pt x="5784086" y="2524736"/>
                      <a:pt x="5718467" y="2524736"/>
                    </a:cubicBezTo>
                    <a:close/>
                    <a:moveTo>
                      <a:pt x="5327953" y="2431109"/>
                    </a:moveTo>
                    <a:cubicBezTo>
                      <a:pt x="5262334" y="2431109"/>
                      <a:pt x="5208718" y="2484725"/>
                      <a:pt x="5208718" y="2550344"/>
                    </a:cubicBezTo>
                    <a:cubicBezTo>
                      <a:pt x="5208718" y="2615963"/>
                      <a:pt x="5262334" y="2669578"/>
                      <a:pt x="5327953" y="2669578"/>
                    </a:cubicBezTo>
                    <a:cubicBezTo>
                      <a:pt x="5393572" y="2669578"/>
                      <a:pt x="5447188" y="2614362"/>
                      <a:pt x="5447188" y="2550344"/>
                    </a:cubicBezTo>
                    <a:cubicBezTo>
                      <a:pt x="5447188" y="2484725"/>
                      <a:pt x="5393572" y="2431109"/>
                      <a:pt x="5327953" y="2431109"/>
                    </a:cubicBezTo>
                    <a:close/>
                    <a:moveTo>
                      <a:pt x="5077480" y="1879748"/>
                    </a:moveTo>
                    <a:cubicBezTo>
                      <a:pt x="5175109" y="1947768"/>
                      <a:pt x="5341557" y="2006985"/>
                      <a:pt x="5577626" y="2056600"/>
                    </a:cubicBezTo>
                    <a:cubicBezTo>
                      <a:pt x="5946533" y="2131822"/>
                      <a:pt x="6437077" y="2175834"/>
                      <a:pt x="6956428" y="2175834"/>
                    </a:cubicBezTo>
                    <a:cubicBezTo>
                      <a:pt x="7476580" y="2175834"/>
                      <a:pt x="7966322" y="2134222"/>
                      <a:pt x="8335230" y="2056600"/>
                    </a:cubicBezTo>
                    <a:cubicBezTo>
                      <a:pt x="8571299" y="2006985"/>
                      <a:pt x="8737748" y="1950169"/>
                      <a:pt x="8833776" y="1880548"/>
                    </a:cubicBezTo>
                    <a:lnTo>
                      <a:pt x="8833776" y="2828025"/>
                    </a:lnTo>
                    <a:cubicBezTo>
                      <a:pt x="8833776" y="2872037"/>
                      <a:pt x="8724944" y="2972867"/>
                      <a:pt x="8312023" y="3058492"/>
                    </a:cubicBezTo>
                    <a:cubicBezTo>
                      <a:pt x="7951118" y="3133714"/>
                      <a:pt x="7469378" y="3175326"/>
                      <a:pt x="6955628" y="3175326"/>
                    </a:cubicBezTo>
                    <a:cubicBezTo>
                      <a:pt x="6441878" y="3175326"/>
                      <a:pt x="5962538" y="3133714"/>
                      <a:pt x="5599232" y="3058492"/>
                    </a:cubicBezTo>
                    <a:cubicBezTo>
                      <a:pt x="5186312" y="2972867"/>
                      <a:pt x="5077480" y="2872037"/>
                      <a:pt x="5077480" y="2828025"/>
                    </a:cubicBezTo>
                    <a:close/>
                    <a:moveTo>
                      <a:pt x="6954027" y="1287575"/>
                    </a:moveTo>
                    <a:cubicBezTo>
                      <a:pt x="7467777" y="1287575"/>
                      <a:pt x="7947116" y="1329187"/>
                      <a:pt x="8310422" y="1404409"/>
                    </a:cubicBezTo>
                    <a:cubicBezTo>
                      <a:pt x="8723343" y="1490034"/>
                      <a:pt x="8832174" y="1590864"/>
                      <a:pt x="8832174" y="1634876"/>
                    </a:cubicBezTo>
                    <a:cubicBezTo>
                      <a:pt x="8832174" y="1678889"/>
                      <a:pt x="8723343" y="1779719"/>
                      <a:pt x="8310422" y="1865344"/>
                    </a:cubicBezTo>
                    <a:cubicBezTo>
                      <a:pt x="7949517" y="1940566"/>
                      <a:pt x="7467777" y="1982178"/>
                      <a:pt x="6954027" y="1982178"/>
                    </a:cubicBezTo>
                    <a:cubicBezTo>
                      <a:pt x="6440277" y="1982178"/>
                      <a:pt x="5960937" y="1940566"/>
                      <a:pt x="5597631" y="1865344"/>
                    </a:cubicBezTo>
                    <a:cubicBezTo>
                      <a:pt x="5185511" y="1778118"/>
                      <a:pt x="5074278" y="1678889"/>
                      <a:pt x="5075879" y="1634876"/>
                    </a:cubicBezTo>
                    <a:cubicBezTo>
                      <a:pt x="5075879" y="1590864"/>
                      <a:pt x="5184711" y="1490034"/>
                      <a:pt x="5597631" y="1404409"/>
                    </a:cubicBezTo>
                    <a:cubicBezTo>
                      <a:pt x="5958536" y="1329187"/>
                      <a:pt x="6440277" y="1287575"/>
                      <a:pt x="6954027" y="1287575"/>
                    </a:cubicBezTo>
                    <a:close/>
                    <a:moveTo>
                      <a:pt x="1825332" y="1040303"/>
                    </a:moveTo>
                    <a:cubicBezTo>
                      <a:pt x="1799725" y="1229959"/>
                      <a:pt x="1716501" y="1401209"/>
                      <a:pt x="1594065" y="1535648"/>
                    </a:cubicBezTo>
                    <a:lnTo>
                      <a:pt x="2379094" y="3063293"/>
                    </a:lnTo>
                    <a:lnTo>
                      <a:pt x="3167324" y="1651682"/>
                    </a:lnTo>
                    <a:cubicBezTo>
                      <a:pt x="2975268" y="1507640"/>
                      <a:pt x="2842429" y="1289976"/>
                      <a:pt x="2808819" y="1040303"/>
                    </a:cubicBezTo>
                    <a:close/>
                    <a:moveTo>
                      <a:pt x="917067" y="0"/>
                    </a:moveTo>
                    <a:cubicBezTo>
                      <a:pt x="1381203" y="0"/>
                      <a:pt x="1765315" y="345701"/>
                      <a:pt x="1825332" y="794632"/>
                    </a:cubicBezTo>
                    <a:lnTo>
                      <a:pt x="2808819" y="794632"/>
                    </a:lnTo>
                    <a:cubicBezTo>
                      <a:pt x="2868837" y="345701"/>
                      <a:pt x="3252148" y="0"/>
                      <a:pt x="3717084" y="0"/>
                    </a:cubicBezTo>
                    <a:cubicBezTo>
                      <a:pt x="4222832" y="0"/>
                      <a:pt x="4633351" y="410520"/>
                      <a:pt x="4634151" y="917868"/>
                    </a:cubicBezTo>
                    <a:cubicBezTo>
                      <a:pt x="4634151" y="1424415"/>
                      <a:pt x="4223632" y="1834935"/>
                      <a:pt x="3717084" y="1834935"/>
                    </a:cubicBezTo>
                    <a:cubicBezTo>
                      <a:pt x="3597849" y="1834935"/>
                      <a:pt x="3485016" y="1811728"/>
                      <a:pt x="3380986" y="1770917"/>
                    </a:cubicBezTo>
                    <a:lnTo>
                      <a:pt x="2525537" y="3304164"/>
                    </a:lnTo>
                    <a:lnTo>
                      <a:pt x="5077481" y="3304164"/>
                    </a:lnTo>
                    <a:lnTo>
                      <a:pt x="5077481" y="3074497"/>
                    </a:lnTo>
                    <a:cubicBezTo>
                      <a:pt x="5175109" y="3142517"/>
                      <a:pt x="5341558" y="3201734"/>
                      <a:pt x="5577627" y="3251348"/>
                    </a:cubicBezTo>
                    <a:cubicBezTo>
                      <a:pt x="5946534" y="3326570"/>
                      <a:pt x="6437077" y="3370583"/>
                      <a:pt x="6956429" y="3370583"/>
                    </a:cubicBezTo>
                    <a:cubicBezTo>
                      <a:pt x="7475780" y="3370583"/>
                      <a:pt x="7966323" y="3326570"/>
                      <a:pt x="8332830" y="3251348"/>
                    </a:cubicBezTo>
                    <a:cubicBezTo>
                      <a:pt x="8568899" y="3201734"/>
                      <a:pt x="8733747" y="3141716"/>
                      <a:pt x="8832976" y="3074497"/>
                    </a:cubicBezTo>
                    <a:lnTo>
                      <a:pt x="8832976" y="4022773"/>
                    </a:lnTo>
                    <a:cubicBezTo>
                      <a:pt x="8832976" y="4066786"/>
                      <a:pt x="8724143" y="4167615"/>
                      <a:pt x="8311223" y="4253241"/>
                    </a:cubicBezTo>
                    <a:cubicBezTo>
                      <a:pt x="7950318" y="4328463"/>
                      <a:pt x="7468578" y="4370075"/>
                      <a:pt x="6954828" y="4370075"/>
                    </a:cubicBezTo>
                    <a:cubicBezTo>
                      <a:pt x="6441079" y="4370075"/>
                      <a:pt x="5961739" y="4328463"/>
                      <a:pt x="5598432" y="4253241"/>
                    </a:cubicBezTo>
                    <a:cubicBezTo>
                      <a:pt x="5185512" y="4167615"/>
                      <a:pt x="5076681" y="4066786"/>
                      <a:pt x="5076681" y="4022773"/>
                    </a:cubicBezTo>
                    <a:lnTo>
                      <a:pt x="5076681" y="3549035"/>
                    </a:lnTo>
                    <a:lnTo>
                      <a:pt x="2627166" y="3549035"/>
                    </a:lnTo>
                    <a:lnTo>
                      <a:pt x="3408994" y="5071079"/>
                    </a:lnTo>
                    <a:cubicBezTo>
                      <a:pt x="3505022" y="5036669"/>
                      <a:pt x="3608252" y="5018264"/>
                      <a:pt x="3715483" y="5018264"/>
                    </a:cubicBezTo>
                    <a:cubicBezTo>
                      <a:pt x="3961155" y="5018264"/>
                      <a:pt x="4183620" y="5115092"/>
                      <a:pt x="4348468" y="5272738"/>
                    </a:cubicBezTo>
                    <a:lnTo>
                      <a:pt x="5076681" y="4821406"/>
                    </a:lnTo>
                    <a:lnTo>
                      <a:pt x="5076681" y="4270045"/>
                    </a:lnTo>
                    <a:cubicBezTo>
                      <a:pt x="5174309" y="4338065"/>
                      <a:pt x="5340758" y="4397283"/>
                      <a:pt x="5576827" y="4446897"/>
                    </a:cubicBezTo>
                    <a:cubicBezTo>
                      <a:pt x="5945734" y="4522119"/>
                      <a:pt x="6436277" y="4566132"/>
                      <a:pt x="6955628" y="4566132"/>
                    </a:cubicBezTo>
                    <a:cubicBezTo>
                      <a:pt x="7475780" y="4566132"/>
                      <a:pt x="7965523" y="4522119"/>
                      <a:pt x="8334430" y="4446897"/>
                    </a:cubicBezTo>
                    <a:cubicBezTo>
                      <a:pt x="8570499" y="4397283"/>
                      <a:pt x="8735347" y="4337265"/>
                      <a:pt x="8834576" y="4270045"/>
                    </a:cubicBezTo>
                    <a:lnTo>
                      <a:pt x="8834576" y="5218322"/>
                    </a:lnTo>
                    <a:cubicBezTo>
                      <a:pt x="8834576" y="5262335"/>
                      <a:pt x="8725744" y="5363164"/>
                      <a:pt x="8312825" y="5448789"/>
                    </a:cubicBezTo>
                    <a:cubicBezTo>
                      <a:pt x="7951919" y="5524011"/>
                      <a:pt x="7470178" y="5565623"/>
                      <a:pt x="6956429" y="5565623"/>
                    </a:cubicBezTo>
                    <a:cubicBezTo>
                      <a:pt x="6442679" y="5565623"/>
                      <a:pt x="5963339" y="5524011"/>
                      <a:pt x="5600033" y="5448789"/>
                    </a:cubicBezTo>
                    <a:cubicBezTo>
                      <a:pt x="5187113" y="5363164"/>
                      <a:pt x="5078281" y="5262335"/>
                      <a:pt x="5078281" y="5218322"/>
                    </a:cubicBezTo>
                    <a:lnTo>
                      <a:pt x="5078281" y="5110290"/>
                    </a:lnTo>
                    <a:lnTo>
                      <a:pt x="4504514" y="5466394"/>
                    </a:lnTo>
                    <a:cubicBezTo>
                      <a:pt x="4586938" y="5604034"/>
                      <a:pt x="4634151" y="5764081"/>
                      <a:pt x="4634151" y="5936131"/>
                    </a:cubicBezTo>
                    <a:cubicBezTo>
                      <a:pt x="4634151" y="6442679"/>
                      <a:pt x="4223632" y="6853199"/>
                      <a:pt x="3717084" y="6853199"/>
                    </a:cubicBezTo>
                    <a:cubicBezTo>
                      <a:pt x="3252148" y="6853199"/>
                      <a:pt x="2868837" y="6507498"/>
                      <a:pt x="2808819" y="6058567"/>
                    </a:cubicBezTo>
                    <a:lnTo>
                      <a:pt x="1825332" y="6058567"/>
                    </a:lnTo>
                    <a:cubicBezTo>
                      <a:pt x="1765315" y="6507498"/>
                      <a:pt x="1382003" y="6853199"/>
                      <a:pt x="917067" y="6853199"/>
                    </a:cubicBezTo>
                    <a:cubicBezTo>
                      <a:pt x="410520" y="6853199"/>
                      <a:pt x="0" y="6442679"/>
                      <a:pt x="0" y="5936131"/>
                    </a:cubicBezTo>
                    <a:cubicBezTo>
                      <a:pt x="0" y="5429584"/>
                      <a:pt x="410520" y="5019064"/>
                      <a:pt x="916267" y="5019064"/>
                    </a:cubicBezTo>
                    <a:cubicBezTo>
                      <a:pt x="1035502" y="5019064"/>
                      <a:pt x="1148335" y="5042271"/>
                      <a:pt x="1252365" y="5083083"/>
                    </a:cubicBezTo>
                    <a:lnTo>
                      <a:pt x="2107815" y="3549035"/>
                    </a:lnTo>
                    <a:lnTo>
                      <a:pt x="1825332" y="3549035"/>
                    </a:lnTo>
                    <a:cubicBezTo>
                      <a:pt x="1765315" y="3997966"/>
                      <a:pt x="1382003" y="4343667"/>
                      <a:pt x="917067" y="4343667"/>
                    </a:cubicBezTo>
                    <a:cubicBezTo>
                      <a:pt x="410520" y="4343667"/>
                      <a:pt x="0" y="3933147"/>
                      <a:pt x="0" y="3426600"/>
                    </a:cubicBezTo>
                    <a:cubicBezTo>
                      <a:pt x="0" y="2920052"/>
                      <a:pt x="410520" y="2509532"/>
                      <a:pt x="917067" y="2509532"/>
                    </a:cubicBezTo>
                    <a:cubicBezTo>
                      <a:pt x="1382003" y="2509532"/>
                      <a:pt x="1765315" y="2855233"/>
                      <a:pt x="1825332" y="3304164"/>
                    </a:cubicBezTo>
                    <a:lnTo>
                      <a:pt x="2227049" y="3304164"/>
                    </a:lnTo>
                    <a:lnTo>
                      <a:pt x="1401209" y="1696495"/>
                    </a:lnTo>
                    <a:cubicBezTo>
                      <a:pt x="1260368" y="1784520"/>
                      <a:pt x="1094719" y="1834935"/>
                      <a:pt x="917067" y="1834935"/>
                    </a:cubicBezTo>
                    <a:cubicBezTo>
                      <a:pt x="410520" y="1834935"/>
                      <a:pt x="0" y="1424415"/>
                      <a:pt x="0" y="917067"/>
                    </a:cubicBezTo>
                    <a:cubicBezTo>
                      <a:pt x="0" y="410520"/>
                      <a:pt x="410520" y="0"/>
                      <a:pt x="917067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  <a:ln w="79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ADDADF-8CF0-D077-0E30-8E694A7C5C9E}"/>
                </a:ext>
              </a:extLst>
            </p:cNvPr>
            <p:cNvSpPr txBox="1"/>
            <p:nvPr/>
          </p:nvSpPr>
          <p:spPr>
            <a:xfrm>
              <a:off x="8028487" y="2771705"/>
              <a:ext cx="2436715" cy="19697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l" defTabSz="228600"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GB" sz="1600" dirty="0"/>
                <a:t>65+ Adopted Standards</a:t>
              </a:r>
            </a:p>
            <a:p>
              <a:pPr marL="171450" indent="-171450" algn="l" defTabSz="228600"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GB" sz="1600" dirty="0"/>
                <a:t>300+ products with 1000+ certified implementations</a:t>
              </a:r>
            </a:p>
            <a:p>
              <a:pPr marL="171450" indent="-171450" algn="l" defTabSz="228600"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GB" sz="1600" dirty="0"/>
                <a:t>1,700,000+ Operational Data Sets Using OGC Standards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18BE4E5-1E0E-CADC-6E6A-E697D1DAE13A}"/>
                </a:ext>
              </a:extLst>
            </p:cNvPr>
            <p:cNvSpPr/>
            <p:nvPr/>
          </p:nvSpPr>
          <p:spPr>
            <a:xfrm flipH="1">
              <a:off x="8129541" y="2286036"/>
              <a:ext cx="2216795" cy="369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defTabSz="457200">
                <a:defRPr/>
              </a:pPr>
              <a:r>
                <a:rPr lang="en-US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Standards</a:t>
              </a:r>
              <a:endParaRPr lang="en-I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50" name="Title 54">
            <a:extLst>
              <a:ext uri="{FF2B5EF4-FFF2-40B4-BE49-F238E27FC236}">
                <a16:creationId xmlns:a16="http://schemas.microsoft.com/office/drawing/2014/main" id="{804E9E06-494D-89E4-68DE-C64B5E51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3"/>
            <a:ext cx="10515600" cy="1010051"/>
          </a:xfrm>
        </p:spPr>
        <p:txBody>
          <a:bodyPr/>
          <a:lstStyle/>
          <a:p>
            <a:pPr algn="ctr"/>
            <a:r>
              <a:rPr lang="en-US" dirty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428792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29AFBD"/>
      </a:accent1>
      <a:accent2>
        <a:srgbClr val="AAB422"/>
      </a:accent2>
      <a:accent3>
        <a:srgbClr val="254568"/>
      </a:accent3>
      <a:accent4>
        <a:srgbClr val="F27A58"/>
      </a:accent4>
      <a:accent5>
        <a:srgbClr val="2C2C2C"/>
      </a:accent5>
      <a:accent6>
        <a:srgbClr val="40404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GC_Ingo" id="{A7F7A39D-4F24-ED4E-8DFC-D0D49A679D38}" vid="{A33918EB-246B-A14E-BF3B-A9D23D53FB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6232</TotalTime>
  <Words>86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Lato</vt:lpstr>
      <vt:lpstr>Office Theme</vt:lpstr>
      <vt:lpstr>Title</vt:lpstr>
      <vt:lpstr>Header</vt:lpstr>
      <vt:lpstr>Header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OGC Testbed-17</dc:title>
  <dc:creator>Ingo Simonis</dc:creator>
  <cp:lastModifiedBy>Ingo Simonis</cp:lastModifiedBy>
  <cp:revision>320</cp:revision>
  <dcterms:created xsi:type="dcterms:W3CDTF">2021-12-02T13:47:03Z</dcterms:created>
  <dcterms:modified xsi:type="dcterms:W3CDTF">2024-04-26T13:37:11Z</dcterms:modified>
</cp:coreProperties>
</file>